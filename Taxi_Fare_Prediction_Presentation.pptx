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D3D7B0-456E-4A7B-8909-967F176AECF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4B0896-4C3D-4B7B-A37F-DB7082E6582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Data Source: NYC Taxi &amp; Limousine Commission (TLC)</a:t>
          </a:r>
        </a:p>
      </dgm:t>
    </dgm:pt>
    <dgm:pt modelId="{B8E8FBA8-2F29-4421-80AB-EBF8EB95BA95}" type="parTrans" cxnId="{45DF378F-F055-47CE-9243-81C15CA9B161}">
      <dgm:prSet/>
      <dgm:spPr/>
      <dgm:t>
        <a:bodyPr/>
        <a:lstStyle/>
        <a:p>
          <a:endParaRPr lang="en-US"/>
        </a:p>
      </dgm:t>
    </dgm:pt>
    <dgm:pt modelId="{4EBF85A5-4F34-417C-98F4-9209E204A4DE}" type="sibTrans" cxnId="{45DF378F-F055-47CE-9243-81C15CA9B161}">
      <dgm:prSet/>
      <dgm:spPr/>
      <dgm:t>
        <a:bodyPr/>
        <a:lstStyle/>
        <a:p>
          <a:endParaRPr lang="en-US"/>
        </a:p>
      </dgm:t>
    </dgm:pt>
    <dgm:pt modelId="{BF9592DE-4782-4394-92B8-7F14DEAE54C6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Features: Pickup &amp; Drop-off Coordinates, Passenger Count, Trip Distance (Haversine formula), Pickup Date/Time</a:t>
          </a:r>
        </a:p>
      </dgm:t>
    </dgm:pt>
    <dgm:pt modelId="{D73DF0ED-B310-4D05-9FCB-A771FD613882}" type="parTrans" cxnId="{60076926-E50C-4AA2-B4C2-F79978957F18}">
      <dgm:prSet/>
      <dgm:spPr/>
      <dgm:t>
        <a:bodyPr/>
        <a:lstStyle/>
        <a:p>
          <a:endParaRPr lang="en-US"/>
        </a:p>
      </dgm:t>
    </dgm:pt>
    <dgm:pt modelId="{17FA6F85-4E5D-4AC2-BB40-67D5691250CE}" type="sibTrans" cxnId="{60076926-E50C-4AA2-B4C2-F79978957F18}">
      <dgm:prSet/>
      <dgm:spPr/>
      <dgm:t>
        <a:bodyPr/>
        <a:lstStyle/>
        <a:p>
          <a:endParaRPr lang="en-US"/>
        </a:p>
      </dgm:t>
    </dgm:pt>
    <dgm:pt modelId="{C0FE8023-0557-4386-85C8-1AF99E391D6D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Target Variable: Fare Amount</a:t>
          </a:r>
        </a:p>
      </dgm:t>
    </dgm:pt>
    <dgm:pt modelId="{46EE700D-4F1C-4223-AB7A-B4399919D90E}" type="parTrans" cxnId="{137D346B-19B6-4063-A521-E238DDA3E378}">
      <dgm:prSet/>
      <dgm:spPr/>
      <dgm:t>
        <a:bodyPr/>
        <a:lstStyle/>
        <a:p>
          <a:endParaRPr lang="en-US"/>
        </a:p>
      </dgm:t>
    </dgm:pt>
    <dgm:pt modelId="{7AF80AE0-1F68-4E42-BD87-936C6EE00AED}" type="sibTrans" cxnId="{137D346B-19B6-4063-A521-E238DDA3E378}">
      <dgm:prSet/>
      <dgm:spPr/>
      <dgm:t>
        <a:bodyPr/>
        <a:lstStyle/>
        <a:p>
          <a:endParaRPr lang="en-US"/>
        </a:p>
      </dgm:t>
    </dgm:pt>
    <dgm:pt modelId="{7502090D-6292-4140-A43E-37DF0630237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• Cleaned data: removed missing or unrealistic entries.</a:t>
          </a:r>
        </a:p>
      </dgm:t>
    </dgm:pt>
    <dgm:pt modelId="{6DD7B701-FD22-4BC8-9E36-4498560D66BE}" type="parTrans" cxnId="{282C5E00-901C-4847-9CF6-EF9B374048D3}">
      <dgm:prSet/>
      <dgm:spPr/>
      <dgm:t>
        <a:bodyPr/>
        <a:lstStyle/>
        <a:p>
          <a:endParaRPr lang="en-US"/>
        </a:p>
      </dgm:t>
    </dgm:pt>
    <dgm:pt modelId="{803CC27E-C331-49BE-98CA-D6DDE15725C2}" type="sibTrans" cxnId="{282C5E00-901C-4847-9CF6-EF9B374048D3}">
      <dgm:prSet/>
      <dgm:spPr/>
      <dgm:t>
        <a:bodyPr/>
        <a:lstStyle/>
        <a:p>
          <a:endParaRPr lang="en-US"/>
        </a:p>
      </dgm:t>
    </dgm:pt>
    <dgm:pt modelId="{F545DF84-E584-4C4F-A880-F2878EB4C534}" type="pres">
      <dgm:prSet presAssocID="{5AD3D7B0-456E-4A7B-8909-967F176AECF2}" presName="linear" presStyleCnt="0">
        <dgm:presLayoutVars>
          <dgm:animLvl val="lvl"/>
          <dgm:resizeHandles val="exact"/>
        </dgm:presLayoutVars>
      </dgm:prSet>
      <dgm:spPr/>
    </dgm:pt>
    <dgm:pt modelId="{951D261E-2A3B-4107-B6E9-1E60DEFD013F}" type="pres">
      <dgm:prSet presAssocID="{254B0896-4C3D-4B7B-A37F-DB7082E658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8A94A1-4468-4CD1-BCE5-B6754D9BE04E}" type="pres">
      <dgm:prSet presAssocID="{4EBF85A5-4F34-417C-98F4-9209E204A4DE}" presName="spacer" presStyleCnt="0"/>
      <dgm:spPr/>
    </dgm:pt>
    <dgm:pt modelId="{6BF8DFAC-549D-43D5-B6AC-47054197B3BD}" type="pres">
      <dgm:prSet presAssocID="{BF9592DE-4782-4394-92B8-7F14DEAE54C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389611A-769D-4A43-8D17-6366B30A8E4F}" type="pres">
      <dgm:prSet presAssocID="{17FA6F85-4E5D-4AC2-BB40-67D5691250CE}" presName="spacer" presStyleCnt="0"/>
      <dgm:spPr/>
    </dgm:pt>
    <dgm:pt modelId="{7FAB085E-9F6A-4554-9E3B-2DFE7432F784}" type="pres">
      <dgm:prSet presAssocID="{C0FE8023-0557-4386-85C8-1AF99E391D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6BDDDD-465C-4868-8EE4-C98EF197AB6F}" type="pres">
      <dgm:prSet presAssocID="{7AF80AE0-1F68-4E42-BD87-936C6EE00AED}" presName="spacer" presStyleCnt="0"/>
      <dgm:spPr/>
    </dgm:pt>
    <dgm:pt modelId="{8ACF3A77-ADEA-4921-BF41-F8D198286F40}" type="pres">
      <dgm:prSet presAssocID="{7502090D-6292-4140-A43E-37DF063023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82C5E00-901C-4847-9CF6-EF9B374048D3}" srcId="{5AD3D7B0-456E-4A7B-8909-967F176AECF2}" destId="{7502090D-6292-4140-A43E-37DF06302379}" srcOrd="3" destOrd="0" parTransId="{6DD7B701-FD22-4BC8-9E36-4498560D66BE}" sibTransId="{803CC27E-C331-49BE-98CA-D6DDE15725C2}"/>
    <dgm:cxn modelId="{60076926-E50C-4AA2-B4C2-F79978957F18}" srcId="{5AD3D7B0-456E-4A7B-8909-967F176AECF2}" destId="{BF9592DE-4782-4394-92B8-7F14DEAE54C6}" srcOrd="1" destOrd="0" parTransId="{D73DF0ED-B310-4D05-9FCB-A771FD613882}" sibTransId="{17FA6F85-4E5D-4AC2-BB40-67D5691250CE}"/>
    <dgm:cxn modelId="{0FCE5046-F408-41F6-A01E-88748CCF66E7}" type="presOf" srcId="{5AD3D7B0-456E-4A7B-8909-967F176AECF2}" destId="{F545DF84-E584-4C4F-A880-F2878EB4C534}" srcOrd="0" destOrd="0" presId="urn:microsoft.com/office/officeart/2005/8/layout/vList2"/>
    <dgm:cxn modelId="{137D346B-19B6-4063-A521-E238DDA3E378}" srcId="{5AD3D7B0-456E-4A7B-8909-967F176AECF2}" destId="{C0FE8023-0557-4386-85C8-1AF99E391D6D}" srcOrd="2" destOrd="0" parTransId="{46EE700D-4F1C-4223-AB7A-B4399919D90E}" sibTransId="{7AF80AE0-1F68-4E42-BD87-936C6EE00AED}"/>
    <dgm:cxn modelId="{CEDCEC55-1DA4-4DDE-99AF-6048704971C4}" type="presOf" srcId="{7502090D-6292-4140-A43E-37DF06302379}" destId="{8ACF3A77-ADEA-4921-BF41-F8D198286F40}" srcOrd="0" destOrd="0" presId="urn:microsoft.com/office/officeart/2005/8/layout/vList2"/>
    <dgm:cxn modelId="{7B234D7F-D074-4D98-AFF7-FD2D526F0D71}" type="presOf" srcId="{C0FE8023-0557-4386-85C8-1AF99E391D6D}" destId="{7FAB085E-9F6A-4554-9E3B-2DFE7432F784}" srcOrd="0" destOrd="0" presId="urn:microsoft.com/office/officeart/2005/8/layout/vList2"/>
    <dgm:cxn modelId="{45DF378F-F055-47CE-9243-81C15CA9B161}" srcId="{5AD3D7B0-456E-4A7B-8909-967F176AECF2}" destId="{254B0896-4C3D-4B7B-A37F-DB7082E65823}" srcOrd="0" destOrd="0" parTransId="{B8E8FBA8-2F29-4421-80AB-EBF8EB95BA95}" sibTransId="{4EBF85A5-4F34-417C-98F4-9209E204A4DE}"/>
    <dgm:cxn modelId="{A49DF1B2-590D-4321-A385-714D0CCBCCAD}" type="presOf" srcId="{254B0896-4C3D-4B7B-A37F-DB7082E65823}" destId="{951D261E-2A3B-4107-B6E9-1E60DEFD013F}" srcOrd="0" destOrd="0" presId="urn:microsoft.com/office/officeart/2005/8/layout/vList2"/>
    <dgm:cxn modelId="{9C91EEBD-C5FC-49E6-95A1-E3543AA8ED93}" type="presOf" srcId="{BF9592DE-4782-4394-92B8-7F14DEAE54C6}" destId="{6BF8DFAC-549D-43D5-B6AC-47054197B3BD}" srcOrd="0" destOrd="0" presId="urn:microsoft.com/office/officeart/2005/8/layout/vList2"/>
    <dgm:cxn modelId="{2DF3417B-220E-4D08-82C6-0F0E059FD76C}" type="presParOf" srcId="{F545DF84-E584-4C4F-A880-F2878EB4C534}" destId="{951D261E-2A3B-4107-B6E9-1E60DEFD013F}" srcOrd="0" destOrd="0" presId="urn:microsoft.com/office/officeart/2005/8/layout/vList2"/>
    <dgm:cxn modelId="{81D5A30B-858A-483A-844C-B01160D64044}" type="presParOf" srcId="{F545DF84-E584-4C4F-A880-F2878EB4C534}" destId="{738A94A1-4468-4CD1-BCE5-B6754D9BE04E}" srcOrd="1" destOrd="0" presId="urn:microsoft.com/office/officeart/2005/8/layout/vList2"/>
    <dgm:cxn modelId="{C761E82B-08B5-4AAC-8666-CA823C7D4B66}" type="presParOf" srcId="{F545DF84-E584-4C4F-A880-F2878EB4C534}" destId="{6BF8DFAC-549D-43D5-B6AC-47054197B3BD}" srcOrd="2" destOrd="0" presId="urn:microsoft.com/office/officeart/2005/8/layout/vList2"/>
    <dgm:cxn modelId="{E84AFCB1-40C7-4958-BEC3-0BB9EE94BB7C}" type="presParOf" srcId="{F545DF84-E584-4C4F-A880-F2878EB4C534}" destId="{3389611A-769D-4A43-8D17-6366B30A8E4F}" srcOrd="3" destOrd="0" presId="urn:microsoft.com/office/officeart/2005/8/layout/vList2"/>
    <dgm:cxn modelId="{15B99FDE-A3A8-42B8-8F37-18D81B8E3DE0}" type="presParOf" srcId="{F545DF84-E584-4C4F-A880-F2878EB4C534}" destId="{7FAB085E-9F6A-4554-9E3B-2DFE7432F784}" srcOrd="4" destOrd="0" presId="urn:microsoft.com/office/officeart/2005/8/layout/vList2"/>
    <dgm:cxn modelId="{8138CE2F-B402-4AF3-8520-8C8F90CBDE32}" type="presParOf" srcId="{F545DF84-E584-4C4F-A880-F2878EB4C534}" destId="{0D6BDDDD-465C-4868-8EE4-C98EF197AB6F}" srcOrd="5" destOrd="0" presId="urn:microsoft.com/office/officeart/2005/8/layout/vList2"/>
    <dgm:cxn modelId="{AD94980B-9476-4690-A5CA-059791899427}" type="presParOf" srcId="{F545DF84-E584-4C4F-A880-F2878EB4C534}" destId="{8ACF3A77-ADEA-4921-BF41-F8D198286F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FF649A-92B9-404D-A313-C7F6CC9A4419}" type="doc">
      <dgm:prSet loTypeId="urn:microsoft.com/office/officeart/2005/8/layout/cycle6" loCatId="cycle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69436D1-90EA-4BC4-8D60-42BA776C2B8F}">
      <dgm:prSet/>
      <dgm:spPr/>
      <dgm:t>
        <a:bodyPr/>
        <a:lstStyle/>
        <a:p>
          <a:r>
            <a:rPr lang="en-US"/>
            <a:t>• Removed duplicates &amp; missing data.</a:t>
          </a:r>
        </a:p>
      </dgm:t>
    </dgm:pt>
    <dgm:pt modelId="{43D2C1DD-F9ED-40AF-A2E2-D4126EF9DDB5}" type="parTrans" cxnId="{8F8D252C-D02F-4124-AAB4-5261580E7CAC}">
      <dgm:prSet/>
      <dgm:spPr/>
      <dgm:t>
        <a:bodyPr/>
        <a:lstStyle/>
        <a:p>
          <a:endParaRPr lang="en-US"/>
        </a:p>
      </dgm:t>
    </dgm:pt>
    <dgm:pt modelId="{E4882670-7D85-4178-AEAC-FE0CB7FB9A87}" type="sibTrans" cxnId="{8F8D252C-D02F-4124-AAB4-5261580E7CAC}">
      <dgm:prSet/>
      <dgm:spPr/>
      <dgm:t>
        <a:bodyPr/>
        <a:lstStyle/>
        <a:p>
          <a:endParaRPr lang="en-US"/>
        </a:p>
      </dgm:t>
    </dgm:pt>
    <dgm:pt modelId="{386F4E03-5004-400E-A4D8-537C2EEF64F9}">
      <dgm:prSet/>
      <dgm:spPr/>
      <dgm:t>
        <a:bodyPr/>
        <a:lstStyle/>
        <a:p>
          <a:r>
            <a:rPr lang="en-US"/>
            <a:t>• Filtered out unrealistic fares.</a:t>
          </a:r>
        </a:p>
      </dgm:t>
    </dgm:pt>
    <dgm:pt modelId="{10DC7B51-626E-4511-A5AC-E25DD9E152F9}" type="parTrans" cxnId="{67354042-32CE-4C31-8A46-9EB4C16F6073}">
      <dgm:prSet/>
      <dgm:spPr/>
      <dgm:t>
        <a:bodyPr/>
        <a:lstStyle/>
        <a:p>
          <a:endParaRPr lang="en-US"/>
        </a:p>
      </dgm:t>
    </dgm:pt>
    <dgm:pt modelId="{B6B4F22D-993C-4765-886B-957A7AF1807D}" type="sibTrans" cxnId="{67354042-32CE-4C31-8A46-9EB4C16F6073}">
      <dgm:prSet/>
      <dgm:spPr/>
      <dgm:t>
        <a:bodyPr/>
        <a:lstStyle/>
        <a:p>
          <a:endParaRPr lang="en-US"/>
        </a:p>
      </dgm:t>
    </dgm:pt>
    <dgm:pt modelId="{BC5C90A0-BBBC-4646-A25C-73C33286DBF4}">
      <dgm:prSet/>
      <dgm:spPr/>
      <dgm:t>
        <a:bodyPr/>
        <a:lstStyle/>
        <a:p>
          <a:r>
            <a:rPr lang="en-US"/>
            <a:t>• Computed distances using Haversine formula.</a:t>
          </a:r>
        </a:p>
      </dgm:t>
    </dgm:pt>
    <dgm:pt modelId="{2C2D3CF0-95BE-473A-BAF0-23E895046D51}" type="parTrans" cxnId="{F505B436-F56F-42CA-8D9F-674E743AC3E0}">
      <dgm:prSet/>
      <dgm:spPr/>
      <dgm:t>
        <a:bodyPr/>
        <a:lstStyle/>
        <a:p>
          <a:endParaRPr lang="en-US"/>
        </a:p>
      </dgm:t>
    </dgm:pt>
    <dgm:pt modelId="{AC6C6F32-7512-4E27-92A0-9C48C96CCBCA}" type="sibTrans" cxnId="{F505B436-F56F-42CA-8D9F-674E743AC3E0}">
      <dgm:prSet/>
      <dgm:spPr/>
      <dgm:t>
        <a:bodyPr/>
        <a:lstStyle/>
        <a:p>
          <a:endParaRPr lang="en-US"/>
        </a:p>
      </dgm:t>
    </dgm:pt>
    <dgm:pt modelId="{2A9320A1-3AD5-4F14-AE00-33686141F8D2}">
      <dgm:prSet/>
      <dgm:spPr/>
      <dgm:t>
        <a:bodyPr/>
        <a:lstStyle/>
        <a:p>
          <a:r>
            <a:rPr lang="en-US"/>
            <a:t>• Extracted time-based features.</a:t>
          </a:r>
        </a:p>
      </dgm:t>
    </dgm:pt>
    <dgm:pt modelId="{FAEE7631-9194-4491-8034-E0BD17EAD82B}" type="parTrans" cxnId="{C856F861-8C04-4EAA-82FD-D8CBB07ADE8B}">
      <dgm:prSet/>
      <dgm:spPr/>
      <dgm:t>
        <a:bodyPr/>
        <a:lstStyle/>
        <a:p>
          <a:endParaRPr lang="en-US"/>
        </a:p>
      </dgm:t>
    </dgm:pt>
    <dgm:pt modelId="{813481A6-75E8-43F5-A8B4-6B338CC83AE2}" type="sibTrans" cxnId="{C856F861-8C04-4EAA-82FD-D8CBB07ADE8B}">
      <dgm:prSet/>
      <dgm:spPr/>
      <dgm:t>
        <a:bodyPr/>
        <a:lstStyle/>
        <a:p>
          <a:endParaRPr lang="en-US"/>
        </a:p>
      </dgm:t>
    </dgm:pt>
    <dgm:pt modelId="{D14D94E3-C01D-4592-A51B-878AD1FEFE81}">
      <dgm:prSet/>
      <dgm:spPr/>
      <dgm:t>
        <a:bodyPr/>
        <a:lstStyle/>
        <a:p>
          <a:r>
            <a:rPr lang="en-US"/>
            <a:t>• Split: 80% Train, 20% Test.</a:t>
          </a:r>
        </a:p>
      </dgm:t>
    </dgm:pt>
    <dgm:pt modelId="{FFC1EA7E-2AB6-417B-B439-26CC0936FBA8}" type="parTrans" cxnId="{E87B4382-D6C2-4FC6-A7F6-45454AE25179}">
      <dgm:prSet/>
      <dgm:spPr/>
      <dgm:t>
        <a:bodyPr/>
        <a:lstStyle/>
        <a:p>
          <a:endParaRPr lang="en-US"/>
        </a:p>
      </dgm:t>
    </dgm:pt>
    <dgm:pt modelId="{3AC810C9-18D5-491A-9C7C-00D8C4FBCAB4}" type="sibTrans" cxnId="{E87B4382-D6C2-4FC6-A7F6-45454AE25179}">
      <dgm:prSet/>
      <dgm:spPr/>
      <dgm:t>
        <a:bodyPr/>
        <a:lstStyle/>
        <a:p>
          <a:endParaRPr lang="en-US"/>
        </a:p>
      </dgm:t>
    </dgm:pt>
    <dgm:pt modelId="{373413C8-D780-4E6A-B983-643276A2711A}">
      <dgm:prSet/>
      <dgm:spPr/>
      <dgm:t>
        <a:bodyPr/>
        <a:lstStyle/>
        <a:p>
          <a:r>
            <a:rPr lang="en-US"/>
            <a:t>• Tools: Pandas, NumPy, Matplotlib, Scikit-learn.</a:t>
          </a:r>
        </a:p>
      </dgm:t>
    </dgm:pt>
    <dgm:pt modelId="{4415804D-9B83-40AB-BBEB-D6BE890799BA}" type="parTrans" cxnId="{681E3938-F730-41D9-B9BE-8F6270A81098}">
      <dgm:prSet/>
      <dgm:spPr/>
      <dgm:t>
        <a:bodyPr/>
        <a:lstStyle/>
        <a:p>
          <a:endParaRPr lang="en-US"/>
        </a:p>
      </dgm:t>
    </dgm:pt>
    <dgm:pt modelId="{F77B16AC-AC3E-4103-A337-7ACB1D6E4F0F}" type="sibTrans" cxnId="{681E3938-F730-41D9-B9BE-8F6270A81098}">
      <dgm:prSet/>
      <dgm:spPr/>
      <dgm:t>
        <a:bodyPr/>
        <a:lstStyle/>
        <a:p>
          <a:endParaRPr lang="en-US"/>
        </a:p>
      </dgm:t>
    </dgm:pt>
    <dgm:pt modelId="{44C9F40E-9D45-423F-8277-65FBA34C551C}" type="pres">
      <dgm:prSet presAssocID="{E9FF649A-92B9-404D-A313-C7F6CC9A4419}" presName="cycle" presStyleCnt="0">
        <dgm:presLayoutVars>
          <dgm:dir/>
          <dgm:resizeHandles val="exact"/>
        </dgm:presLayoutVars>
      </dgm:prSet>
      <dgm:spPr/>
    </dgm:pt>
    <dgm:pt modelId="{39ED21C1-4EE3-4F71-8CBC-74EBB3D2B42C}" type="pres">
      <dgm:prSet presAssocID="{069436D1-90EA-4BC4-8D60-42BA776C2B8F}" presName="node" presStyleLbl="node1" presStyleIdx="0" presStyleCnt="6">
        <dgm:presLayoutVars>
          <dgm:bulletEnabled val="1"/>
        </dgm:presLayoutVars>
      </dgm:prSet>
      <dgm:spPr/>
    </dgm:pt>
    <dgm:pt modelId="{1A8287FE-EAA0-4D9E-AF7E-A354040E11A7}" type="pres">
      <dgm:prSet presAssocID="{069436D1-90EA-4BC4-8D60-42BA776C2B8F}" presName="spNode" presStyleCnt="0"/>
      <dgm:spPr/>
    </dgm:pt>
    <dgm:pt modelId="{26625CFE-81B9-4E9F-8293-6EF95BB6E6DE}" type="pres">
      <dgm:prSet presAssocID="{E4882670-7D85-4178-AEAC-FE0CB7FB9A87}" presName="sibTrans" presStyleLbl="sibTrans1D1" presStyleIdx="0" presStyleCnt="6"/>
      <dgm:spPr/>
    </dgm:pt>
    <dgm:pt modelId="{25E1C78B-8C58-4288-8E63-4179E38CF5DC}" type="pres">
      <dgm:prSet presAssocID="{386F4E03-5004-400E-A4D8-537C2EEF64F9}" presName="node" presStyleLbl="node1" presStyleIdx="1" presStyleCnt="6">
        <dgm:presLayoutVars>
          <dgm:bulletEnabled val="1"/>
        </dgm:presLayoutVars>
      </dgm:prSet>
      <dgm:spPr/>
    </dgm:pt>
    <dgm:pt modelId="{30DE31F1-F36D-498F-BF3F-3CEFC1CDDE5E}" type="pres">
      <dgm:prSet presAssocID="{386F4E03-5004-400E-A4D8-537C2EEF64F9}" presName="spNode" presStyleCnt="0"/>
      <dgm:spPr/>
    </dgm:pt>
    <dgm:pt modelId="{DF98B5AA-3B0E-4A06-B58B-831EC0AB1D75}" type="pres">
      <dgm:prSet presAssocID="{B6B4F22D-993C-4765-886B-957A7AF1807D}" presName="sibTrans" presStyleLbl="sibTrans1D1" presStyleIdx="1" presStyleCnt="6"/>
      <dgm:spPr/>
    </dgm:pt>
    <dgm:pt modelId="{1B41A07E-A9EF-4C50-84EA-25D9F4CDDCCA}" type="pres">
      <dgm:prSet presAssocID="{BC5C90A0-BBBC-4646-A25C-73C33286DBF4}" presName="node" presStyleLbl="node1" presStyleIdx="2" presStyleCnt="6">
        <dgm:presLayoutVars>
          <dgm:bulletEnabled val="1"/>
        </dgm:presLayoutVars>
      </dgm:prSet>
      <dgm:spPr/>
    </dgm:pt>
    <dgm:pt modelId="{B90B8B8E-786B-41DE-81D9-95520BDA9D7F}" type="pres">
      <dgm:prSet presAssocID="{BC5C90A0-BBBC-4646-A25C-73C33286DBF4}" presName="spNode" presStyleCnt="0"/>
      <dgm:spPr/>
    </dgm:pt>
    <dgm:pt modelId="{2FE8E8ED-529B-43CA-BAC7-F9590922F46D}" type="pres">
      <dgm:prSet presAssocID="{AC6C6F32-7512-4E27-92A0-9C48C96CCBCA}" presName="sibTrans" presStyleLbl="sibTrans1D1" presStyleIdx="2" presStyleCnt="6"/>
      <dgm:spPr/>
    </dgm:pt>
    <dgm:pt modelId="{553D052B-1EC6-4C53-841E-45761186B952}" type="pres">
      <dgm:prSet presAssocID="{2A9320A1-3AD5-4F14-AE00-33686141F8D2}" presName="node" presStyleLbl="node1" presStyleIdx="3" presStyleCnt="6">
        <dgm:presLayoutVars>
          <dgm:bulletEnabled val="1"/>
        </dgm:presLayoutVars>
      </dgm:prSet>
      <dgm:spPr/>
    </dgm:pt>
    <dgm:pt modelId="{E68084FD-EFFC-46CE-A506-FF2E9256BA24}" type="pres">
      <dgm:prSet presAssocID="{2A9320A1-3AD5-4F14-AE00-33686141F8D2}" presName="spNode" presStyleCnt="0"/>
      <dgm:spPr/>
    </dgm:pt>
    <dgm:pt modelId="{76D1BF63-C4E2-43AF-8D5E-BB41654AB7A0}" type="pres">
      <dgm:prSet presAssocID="{813481A6-75E8-43F5-A8B4-6B338CC83AE2}" presName="sibTrans" presStyleLbl="sibTrans1D1" presStyleIdx="3" presStyleCnt="6"/>
      <dgm:spPr/>
    </dgm:pt>
    <dgm:pt modelId="{2357827D-FF69-428A-AC0E-FA7E47A1B1E0}" type="pres">
      <dgm:prSet presAssocID="{D14D94E3-C01D-4592-A51B-878AD1FEFE81}" presName="node" presStyleLbl="node1" presStyleIdx="4" presStyleCnt="6">
        <dgm:presLayoutVars>
          <dgm:bulletEnabled val="1"/>
        </dgm:presLayoutVars>
      </dgm:prSet>
      <dgm:spPr/>
    </dgm:pt>
    <dgm:pt modelId="{AF071E7B-B15A-4716-BB24-C9A0EBFF414F}" type="pres">
      <dgm:prSet presAssocID="{D14D94E3-C01D-4592-A51B-878AD1FEFE81}" presName="spNode" presStyleCnt="0"/>
      <dgm:spPr/>
    </dgm:pt>
    <dgm:pt modelId="{3DEE2CD1-9BF1-4CDC-809E-C7EB10D17327}" type="pres">
      <dgm:prSet presAssocID="{3AC810C9-18D5-491A-9C7C-00D8C4FBCAB4}" presName="sibTrans" presStyleLbl="sibTrans1D1" presStyleIdx="4" presStyleCnt="6"/>
      <dgm:spPr/>
    </dgm:pt>
    <dgm:pt modelId="{F073FFF7-2DA3-44B2-A513-C91A9F803D49}" type="pres">
      <dgm:prSet presAssocID="{373413C8-D780-4E6A-B983-643276A2711A}" presName="node" presStyleLbl="node1" presStyleIdx="5" presStyleCnt="6">
        <dgm:presLayoutVars>
          <dgm:bulletEnabled val="1"/>
        </dgm:presLayoutVars>
      </dgm:prSet>
      <dgm:spPr/>
    </dgm:pt>
    <dgm:pt modelId="{D899E339-97B6-46E0-AEE8-A8F070D60AB0}" type="pres">
      <dgm:prSet presAssocID="{373413C8-D780-4E6A-B983-643276A2711A}" presName="spNode" presStyleCnt="0"/>
      <dgm:spPr/>
    </dgm:pt>
    <dgm:pt modelId="{B94D2F72-5422-4B67-AA47-64646A19D5EB}" type="pres">
      <dgm:prSet presAssocID="{F77B16AC-AC3E-4103-A337-7ACB1D6E4F0F}" presName="sibTrans" presStyleLbl="sibTrans1D1" presStyleIdx="5" presStyleCnt="6"/>
      <dgm:spPr/>
    </dgm:pt>
  </dgm:ptLst>
  <dgm:cxnLst>
    <dgm:cxn modelId="{D9BDC109-F7BB-4905-91CE-EFBDBB8FEDCC}" type="presOf" srcId="{E4882670-7D85-4178-AEAC-FE0CB7FB9A87}" destId="{26625CFE-81B9-4E9F-8293-6EF95BB6E6DE}" srcOrd="0" destOrd="0" presId="urn:microsoft.com/office/officeart/2005/8/layout/cycle6"/>
    <dgm:cxn modelId="{4203700E-6C1C-46CE-B481-AC0B414CB50F}" type="presOf" srcId="{D14D94E3-C01D-4592-A51B-878AD1FEFE81}" destId="{2357827D-FF69-428A-AC0E-FA7E47A1B1E0}" srcOrd="0" destOrd="0" presId="urn:microsoft.com/office/officeart/2005/8/layout/cycle6"/>
    <dgm:cxn modelId="{306B1C2C-61C8-4BA8-87AD-B3846E3E9F61}" type="presOf" srcId="{069436D1-90EA-4BC4-8D60-42BA776C2B8F}" destId="{39ED21C1-4EE3-4F71-8CBC-74EBB3D2B42C}" srcOrd="0" destOrd="0" presId="urn:microsoft.com/office/officeart/2005/8/layout/cycle6"/>
    <dgm:cxn modelId="{8F8D252C-D02F-4124-AAB4-5261580E7CAC}" srcId="{E9FF649A-92B9-404D-A313-C7F6CC9A4419}" destId="{069436D1-90EA-4BC4-8D60-42BA776C2B8F}" srcOrd="0" destOrd="0" parTransId="{43D2C1DD-F9ED-40AF-A2E2-D4126EF9DDB5}" sibTransId="{E4882670-7D85-4178-AEAC-FE0CB7FB9A87}"/>
    <dgm:cxn modelId="{F505B436-F56F-42CA-8D9F-674E743AC3E0}" srcId="{E9FF649A-92B9-404D-A313-C7F6CC9A4419}" destId="{BC5C90A0-BBBC-4646-A25C-73C33286DBF4}" srcOrd="2" destOrd="0" parTransId="{2C2D3CF0-95BE-473A-BAF0-23E895046D51}" sibTransId="{AC6C6F32-7512-4E27-92A0-9C48C96CCBCA}"/>
    <dgm:cxn modelId="{681E3938-F730-41D9-B9BE-8F6270A81098}" srcId="{E9FF649A-92B9-404D-A313-C7F6CC9A4419}" destId="{373413C8-D780-4E6A-B983-643276A2711A}" srcOrd="5" destOrd="0" parTransId="{4415804D-9B83-40AB-BBEB-D6BE890799BA}" sibTransId="{F77B16AC-AC3E-4103-A337-7ACB1D6E4F0F}"/>
    <dgm:cxn modelId="{40C3DE3A-EC22-4283-BB98-5B517B084B01}" type="presOf" srcId="{813481A6-75E8-43F5-A8B4-6B338CC83AE2}" destId="{76D1BF63-C4E2-43AF-8D5E-BB41654AB7A0}" srcOrd="0" destOrd="0" presId="urn:microsoft.com/office/officeart/2005/8/layout/cycle6"/>
    <dgm:cxn modelId="{F69B315D-DC62-4FE9-BEAC-C55DB894519F}" type="presOf" srcId="{373413C8-D780-4E6A-B983-643276A2711A}" destId="{F073FFF7-2DA3-44B2-A513-C91A9F803D49}" srcOrd="0" destOrd="0" presId="urn:microsoft.com/office/officeart/2005/8/layout/cycle6"/>
    <dgm:cxn modelId="{C856F861-8C04-4EAA-82FD-D8CBB07ADE8B}" srcId="{E9FF649A-92B9-404D-A313-C7F6CC9A4419}" destId="{2A9320A1-3AD5-4F14-AE00-33686141F8D2}" srcOrd="3" destOrd="0" parTransId="{FAEE7631-9194-4491-8034-E0BD17EAD82B}" sibTransId="{813481A6-75E8-43F5-A8B4-6B338CC83AE2}"/>
    <dgm:cxn modelId="{67354042-32CE-4C31-8A46-9EB4C16F6073}" srcId="{E9FF649A-92B9-404D-A313-C7F6CC9A4419}" destId="{386F4E03-5004-400E-A4D8-537C2EEF64F9}" srcOrd="1" destOrd="0" parTransId="{10DC7B51-626E-4511-A5AC-E25DD9E152F9}" sibTransId="{B6B4F22D-993C-4765-886B-957A7AF1807D}"/>
    <dgm:cxn modelId="{9A250A64-4B34-463A-B75A-8BD3E41BD0E1}" type="presOf" srcId="{3AC810C9-18D5-491A-9C7C-00D8C4FBCAB4}" destId="{3DEE2CD1-9BF1-4CDC-809E-C7EB10D17327}" srcOrd="0" destOrd="0" presId="urn:microsoft.com/office/officeart/2005/8/layout/cycle6"/>
    <dgm:cxn modelId="{0DA4C770-1A3C-4B8F-AA00-9D6FE21F8D04}" type="presOf" srcId="{AC6C6F32-7512-4E27-92A0-9C48C96CCBCA}" destId="{2FE8E8ED-529B-43CA-BAC7-F9590922F46D}" srcOrd="0" destOrd="0" presId="urn:microsoft.com/office/officeart/2005/8/layout/cycle6"/>
    <dgm:cxn modelId="{E87B4382-D6C2-4FC6-A7F6-45454AE25179}" srcId="{E9FF649A-92B9-404D-A313-C7F6CC9A4419}" destId="{D14D94E3-C01D-4592-A51B-878AD1FEFE81}" srcOrd="4" destOrd="0" parTransId="{FFC1EA7E-2AB6-417B-B439-26CC0936FBA8}" sibTransId="{3AC810C9-18D5-491A-9C7C-00D8C4FBCAB4}"/>
    <dgm:cxn modelId="{68B5D2AD-E96C-42D8-800E-B7E26701B7D7}" type="presOf" srcId="{E9FF649A-92B9-404D-A313-C7F6CC9A4419}" destId="{44C9F40E-9D45-423F-8277-65FBA34C551C}" srcOrd="0" destOrd="0" presId="urn:microsoft.com/office/officeart/2005/8/layout/cycle6"/>
    <dgm:cxn modelId="{6D6B2ACA-B0B9-4FCE-804C-6B81E64E2090}" type="presOf" srcId="{F77B16AC-AC3E-4103-A337-7ACB1D6E4F0F}" destId="{B94D2F72-5422-4B67-AA47-64646A19D5EB}" srcOrd="0" destOrd="0" presId="urn:microsoft.com/office/officeart/2005/8/layout/cycle6"/>
    <dgm:cxn modelId="{5972B3CE-5660-45FA-B4CB-F30C069FB8F5}" type="presOf" srcId="{2A9320A1-3AD5-4F14-AE00-33686141F8D2}" destId="{553D052B-1EC6-4C53-841E-45761186B952}" srcOrd="0" destOrd="0" presId="urn:microsoft.com/office/officeart/2005/8/layout/cycle6"/>
    <dgm:cxn modelId="{25FD16D5-A82D-4DDB-81F7-0571041F9308}" type="presOf" srcId="{B6B4F22D-993C-4765-886B-957A7AF1807D}" destId="{DF98B5AA-3B0E-4A06-B58B-831EC0AB1D75}" srcOrd="0" destOrd="0" presId="urn:microsoft.com/office/officeart/2005/8/layout/cycle6"/>
    <dgm:cxn modelId="{CB3A9ADE-BC8C-4CFA-B1FA-8F9722B0CCB1}" type="presOf" srcId="{BC5C90A0-BBBC-4646-A25C-73C33286DBF4}" destId="{1B41A07E-A9EF-4C50-84EA-25D9F4CDDCCA}" srcOrd="0" destOrd="0" presId="urn:microsoft.com/office/officeart/2005/8/layout/cycle6"/>
    <dgm:cxn modelId="{9E97CDF8-60BC-4DD6-9E42-183D9DA84713}" type="presOf" srcId="{386F4E03-5004-400E-A4D8-537C2EEF64F9}" destId="{25E1C78B-8C58-4288-8E63-4179E38CF5DC}" srcOrd="0" destOrd="0" presId="urn:microsoft.com/office/officeart/2005/8/layout/cycle6"/>
    <dgm:cxn modelId="{CC1F64E0-9D54-4FF1-B9AE-4785C6AD1A02}" type="presParOf" srcId="{44C9F40E-9D45-423F-8277-65FBA34C551C}" destId="{39ED21C1-4EE3-4F71-8CBC-74EBB3D2B42C}" srcOrd="0" destOrd="0" presId="urn:microsoft.com/office/officeart/2005/8/layout/cycle6"/>
    <dgm:cxn modelId="{E8B7DCC9-1A3E-4EED-BADF-96F1601960EC}" type="presParOf" srcId="{44C9F40E-9D45-423F-8277-65FBA34C551C}" destId="{1A8287FE-EAA0-4D9E-AF7E-A354040E11A7}" srcOrd="1" destOrd="0" presId="urn:microsoft.com/office/officeart/2005/8/layout/cycle6"/>
    <dgm:cxn modelId="{B1BB8E0B-CF72-48D7-A48A-91841603F47B}" type="presParOf" srcId="{44C9F40E-9D45-423F-8277-65FBA34C551C}" destId="{26625CFE-81B9-4E9F-8293-6EF95BB6E6DE}" srcOrd="2" destOrd="0" presId="urn:microsoft.com/office/officeart/2005/8/layout/cycle6"/>
    <dgm:cxn modelId="{19156209-074C-42AE-B958-93C87B8F2911}" type="presParOf" srcId="{44C9F40E-9D45-423F-8277-65FBA34C551C}" destId="{25E1C78B-8C58-4288-8E63-4179E38CF5DC}" srcOrd="3" destOrd="0" presId="urn:microsoft.com/office/officeart/2005/8/layout/cycle6"/>
    <dgm:cxn modelId="{FFEC86D7-74C4-4E4E-AE99-3416CF38FEE8}" type="presParOf" srcId="{44C9F40E-9D45-423F-8277-65FBA34C551C}" destId="{30DE31F1-F36D-498F-BF3F-3CEFC1CDDE5E}" srcOrd="4" destOrd="0" presId="urn:microsoft.com/office/officeart/2005/8/layout/cycle6"/>
    <dgm:cxn modelId="{EB44F027-857D-470A-ACC8-51502CAEF157}" type="presParOf" srcId="{44C9F40E-9D45-423F-8277-65FBA34C551C}" destId="{DF98B5AA-3B0E-4A06-B58B-831EC0AB1D75}" srcOrd="5" destOrd="0" presId="urn:microsoft.com/office/officeart/2005/8/layout/cycle6"/>
    <dgm:cxn modelId="{4AB6B386-F1E7-461E-8083-348C3379D179}" type="presParOf" srcId="{44C9F40E-9D45-423F-8277-65FBA34C551C}" destId="{1B41A07E-A9EF-4C50-84EA-25D9F4CDDCCA}" srcOrd="6" destOrd="0" presId="urn:microsoft.com/office/officeart/2005/8/layout/cycle6"/>
    <dgm:cxn modelId="{934F2F1D-55B1-4F62-8103-9A4ED32E33B4}" type="presParOf" srcId="{44C9F40E-9D45-423F-8277-65FBA34C551C}" destId="{B90B8B8E-786B-41DE-81D9-95520BDA9D7F}" srcOrd="7" destOrd="0" presId="urn:microsoft.com/office/officeart/2005/8/layout/cycle6"/>
    <dgm:cxn modelId="{92E677EB-A4FA-491E-82D9-DF611B3D789F}" type="presParOf" srcId="{44C9F40E-9D45-423F-8277-65FBA34C551C}" destId="{2FE8E8ED-529B-43CA-BAC7-F9590922F46D}" srcOrd="8" destOrd="0" presId="urn:microsoft.com/office/officeart/2005/8/layout/cycle6"/>
    <dgm:cxn modelId="{C8DDC03C-54E5-4B70-83BA-E7003F04FD92}" type="presParOf" srcId="{44C9F40E-9D45-423F-8277-65FBA34C551C}" destId="{553D052B-1EC6-4C53-841E-45761186B952}" srcOrd="9" destOrd="0" presId="urn:microsoft.com/office/officeart/2005/8/layout/cycle6"/>
    <dgm:cxn modelId="{E0179640-ED20-44B3-B91C-7C879CD3F63F}" type="presParOf" srcId="{44C9F40E-9D45-423F-8277-65FBA34C551C}" destId="{E68084FD-EFFC-46CE-A506-FF2E9256BA24}" srcOrd="10" destOrd="0" presId="urn:microsoft.com/office/officeart/2005/8/layout/cycle6"/>
    <dgm:cxn modelId="{F6005E9F-FCB3-4264-B47B-4117C09E0808}" type="presParOf" srcId="{44C9F40E-9D45-423F-8277-65FBA34C551C}" destId="{76D1BF63-C4E2-43AF-8D5E-BB41654AB7A0}" srcOrd="11" destOrd="0" presId="urn:microsoft.com/office/officeart/2005/8/layout/cycle6"/>
    <dgm:cxn modelId="{09886DD2-535A-41C7-B83E-C8B8B42C584E}" type="presParOf" srcId="{44C9F40E-9D45-423F-8277-65FBA34C551C}" destId="{2357827D-FF69-428A-AC0E-FA7E47A1B1E0}" srcOrd="12" destOrd="0" presId="urn:microsoft.com/office/officeart/2005/8/layout/cycle6"/>
    <dgm:cxn modelId="{6EE2955F-625B-4501-8F41-922F92913C3E}" type="presParOf" srcId="{44C9F40E-9D45-423F-8277-65FBA34C551C}" destId="{AF071E7B-B15A-4716-BB24-C9A0EBFF414F}" srcOrd="13" destOrd="0" presId="urn:microsoft.com/office/officeart/2005/8/layout/cycle6"/>
    <dgm:cxn modelId="{9B4400CE-9E97-456C-A94C-B23242F8513F}" type="presParOf" srcId="{44C9F40E-9D45-423F-8277-65FBA34C551C}" destId="{3DEE2CD1-9BF1-4CDC-809E-C7EB10D17327}" srcOrd="14" destOrd="0" presId="urn:microsoft.com/office/officeart/2005/8/layout/cycle6"/>
    <dgm:cxn modelId="{6A6741AD-FC56-4113-8E9B-E0EED28CA7FC}" type="presParOf" srcId="{44C9F40E-9D45-423F-8277-65FBA34C551C}" destId="{F073FFF7-2DA3-44B2-A513-C91A9F803D49}" srcOrd="15" destOrd="0" presId="urn:microsoft.com/office/officeart/2005/8/layout/cycle6"/>
    <dgm:cxn modelId="{B7D29F16-F211-4850-8765-652FBA583971}" type="presParOf" srcId="{44C9F40E-9D45-423F-8277-65FBA34C551C}" destId="{D899E339-97B6-46E0-AEE8-A8F070D60AB0}" srcOrd="16" destOrd="0" presId="urn:microsoft.com/office/officeart/2005/8/layout/cycle6"/>
    <dgm:cxn modelId="{B23E5C33-F099-4142-9FF6-43D90430A98B}" type="presParOf" srcId="{44C9F40E-9D45-423F-8277-65FBA34C551C}" destId="{B94D2F72-5422-4B67-AA47-64646A19D5EB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012EDC-D9A0-4300-8CC5-2F080396B075}" type="doc">
      <dgm:prSet loTypeId="urn:microsoft.com/office/officeart/2005/8/layout/process5" loCatId="process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ED3EF8F-019D-49CA-98C9-7DEEA9CDF371}">
      <dgm:prSet/>
      <dgm:spPr/>
      <dgm:t>
        <a:bodyPr/>
        <a:lstStyle/>
        <a:p>
          <a:r>
            <a:rPr lang="en-US"/>
            <a:t>• Used Supervised Learning (Regression).</a:t>
          </a:r>
        </a:p>
      </dgm:t>
    </dgm:pt>
    <dgm:pt modelId="{086C5984-3428-44DC-A19B-2C2B89FFECBF}" type="parTrans" cxnId="{F58D1393-7A77-4A45-B40F-AFEDDA12F43E}">
      <dgm:prSet/>
      <dgm:spPr/>
      <dgm:t>
        <a:bodyPr/>
        <a:lstStyle/>
        <a:p>
          <a:endParaRPr lang="en-US"/>
        </a:p>
      </dgm:t>
    </dgm:pt>
    <dgm:pt modelId="{E127335C-AFDE-47A2-8441-69E88D8F4D15}" type="sibTrans" cxnId="{F58D1393-7A77-4A45-B40F-AFEDDA12F43E}">
      <dgm:prSet/>
      <dgm:spPr/>
      <dgm:t>
        <a:bodyPr/>
        <a:lstStyle/>
        <a:p>
          <a:endParaRPr lang="en-US"/>
        </a:p>
      </dgm:t>
    </dgm:pt>
    <dgm:pt modelId="{BDF51DFF-F8CC-417D-97E3-647817159F1A}">
      <dgm:prSet/>
      <dgm:spPr/>
      <dgm:t>
        <a:bodyPr/>
        <a:lstStyle/>
        <a:p>
          <a:r>
            <a:rPr lang="en-US"/>
            <a:t>• Trained model on trip features → predicted fare amount.</a:t>
          </a:r>
        </a:p>
      </dgm:t>
    </dgm:pt>
    <dgm:pt modelId="{F20503FA-1D40-470D-AFD8-BB9CA59EAB2C}" type="parTrans" cxnId="{0CEF5ECF-455C-418F-9CCD-A29F026D17C0}">
      <dgm:prSet/>
      <dgm:spPr/>
      <dgm:t>
        <a:bodyPr/>
        <a:lstStyle/>
        <a:p>
          <a:endParaRPr lang="en-US"/>
        </a:p>
      </dgm:t>
    </dgm:pt>
    <dgm:pt modelId="{DE38A76C-B256-4EF3-9624-8AA9712C984B}" type="sibTrans" cxnId="{0CEF5ECF-455C-418F-9CCD-A29F026D17C0}">
      <dgm:prSet/>
      <dgm:spPr/>
      <dgm:t>
        <a:bodyPr/>
        <a:lstStyle/>
        <a:p>
          <a:endParaRPr lang="en-US"/>
        </a:p>
      </dgm:t>
    </dgm:pt>
    <dgm:pt modelId="{C35CBC3B-EFE5-4772-B9AF-DC352742F74C}">
      <dgm:prSet/>
      <dgm:spPr/>
      <dgm:t>
        <a:bodyPr/>
        <a:lstStyle/>
        <a:p>
          <a:r>
            <a:rPr lang="en-US"/>
            <a:t>• Evaluated using RMSE &amp; MAE.</a:t>
          </a:r>
        </a:p>
      </dgm:t>
    </dgm:pt>
    <dgm:pt modelId="{B3B6D295-E12E-496C-83AB-E8109647F6D0}" type="parTrans" cxnId="{A8ED5F9B-E104-4AED-A825-AF02158DFA41}">
      <dgm:prSet/>
      <dgm:spPr/>
      <dgm:t>
        <a:bodyPr/>
        <a:lstStyle/>
        <a:p>
          <a:endParaRPr lang="en-US"/>
        </a:p>
      </dgm:t>
    </dgm:pt>
    <dgm:pt modelId="{11D9375E-8899-4883-96C5-30B794E3EAB2}" type="sibTrans" cxnId="{A8ED5F9B-E104-4AED-A825-AF02158DFA41}">
      <dgm:prSet/>
      <dgm:spPr/>
      <dgm:t>
        <a:bodyPr/>
        <a:lstStyle/>
        <a:p>
          <a:endParaRPr lang="en-US"/>
        </a:p>
      </dgm:t>
    </dgm:pt>
    <dgm:pt modelId="{7D80E9A7-95BB-4099-A95D-376C68DF257F}">
      <dgm:prSet/>
      <dgm:spPr/>
      <dgm:t>
        <a:bodyPr/>
        <a:lstStyle/>
        <a:p>
          <a:r>
            <a:rPr lang="en-US"/>
            <a:t>• Visualized Actual vs Predicted and Residual errors.</a:t>
          </a:r>
        </a:p>
      </dgm:t>
    </dgm:pt>
    <dgm:pt modelId="{6B4087F5-A6AB-43DF-8F0A-AE1483F53766}" type="parTrans" cxnId="{B751F1FD-37C7-4CC6-A4DD-217FDF0704AA}">
      <dgm:prSet/>
      <dgm:spPr/>
      <dgm:t>
        <a:bodyPr/>
        <a:lstStyle/>
        <a:p>
          <a:endParaRPr lang="en-US"/>
        </a:p>
      </dgm:t>
    </dgm:pt>
    <dgm:pt modelId="{273CC2A6-DD45-4F1D-A7A7-E36230E87265}" type="sibTrans" cxnId="{B751F1FD-37C7-4CC6-A4DD-217FDF0704AA}">
      <dgm:prSet/>
      <dgm:spPr/>
      <dgm:t>
        <a:bodyPr/>
        <a:lstStyle/>
        <a:p>
          <a:endParaRPr lang="en-US"/>
        </a:p>
      </dgm:t>
    </dgm:pt>
    <dgm:pt modelId="{58FC1EB0-F0A4-4E8F-BB06-20530A1CEBBE}" type="pres">
      <dgm:prSet presAssocID="{4F012EDC-D9A0-4300-8CC5-2F080396B075}" presName="diagram" presStyleCnt="0">
        <dgm:presLayoutVars>
          <dgm:dir/>
          <dgm:resizeHandles val="exact"/>
        </dgm:presLayoutVars>
      </dgm:prSet>
      <dgm:spPr/>
    </dgm:pt>
    <dgm:pt modelId="{8B2D224C-2E5A-4FEB-9E71-1810FF06EFBF}" type="pres">
      <dgm:prSet presAssocID="{CED3EF8F-019D-49CA-98C9-7DEEA9CDF371}" presName="node" presStyleLbl="node1" presStyleIdx="0" presStyleCnt="4">
        <dgm:presLayoutVars>
          <dgm:bulletEnabled val="1"/>
        </dgm:presLayoutVars>
      </dgm:prSet>
      <dgm:spPr/>
    </dgm:pt>
    <dgm:pt modelId="{8885F749-92D4-41F6-B916-41CC7734BAD4}" type="pres">
      <dgm:prSet presAssocID="{E127335C-AFDE-47A2-8441-69E88D8F4D15}" presName="sibTrans" presStyleLbl="sibTrans2D1" presStyleIdx="0" presStyleCnt="3"/>
      <dgm:spPr/>
    </dgm:pt>
    <dgm:pt modelId="{7AA73BFF-15CC-4633-910C-7E533488F0D7}" type="pres">
      <dgm:prSet presAssocID="{E127335C-AFDE-47A2-8441-69E88D8F4D15}" presName="connectorText" presStyleLbl="sibTrans2D1" presStyleIdx="0" presStyleCnt="3"/>
      <dgm:spPr/>
    </dgm:pt>
    <dgm:pt modelId="{C995AED2-C7D2-497E-B467-70B04A635112}" type="pres">
      <dgm:prSet presAssocID="{BDF51DFF-F8CC-417D-97E3-647817159F1A}" presName="node" presStyleLbl="node1" presStyleIdx="1" presStyleCnt="4">
        <dgm:presLayoutVars>
          <dgm:bulletEnabled val="1"/>
        </dgm:presLayoutVars>
      </dgm:prSet>
      <dgm:spPr/>
    </dgm:pt>
    <dgm:pt modelId="{2EAD8889-43DB-4AD7-BCBF-134646932536}" type="pres">
      <dgm:prSet presAssocID="{DE38A76C-B256-4EF3-9624-8AA9712C984B}" presName="sibTrans" presStyleLbl="sibTrans2D1" presStyleIdx="1" presStyleCnt="3"/>
      <dgm:spPr/>
    </dgm:pt>
    <dgm:pt modelId="{A26BAC22-147C-4A30-B8D5-9D9D772F5974}" type="pres">
      <dgm:prSet presAssocID="{DE38A76C-B256-4EF3-9624-8AA9712C984B}" presName="connectorText" presStyleLbl="sibTrans2D1" presStyleIdx="1" presStyleCnt="3"/>
      <dgm:spPr/>
    </dgm:pt>
    <dgm:pt modelId="{E02494C1-2743-40DE-B124-FDDD8A31E21E}" type="pres">
      <dgm:prSet presAssocID="{C35CBC3B-EFE5-4772-B9AF-DC352742F74C}" presName="node" presStyleLbl="node1" presStyleIdx="2" presStyleCnt="4">
        <dgm:presLayoutVars>
          <dgm:bulletEnabled val="1"/>
        </dgm:presLayoutVars>
      </dgm:prSet>
      <dgm:spPr/>
    </dgm:pt>
    <dgm:pt modelId="{2C89B161-F34E-4A79-BDE8-1FA2AA051E32}" type="pres">
      <dgm:prSet presAssocID="{11D9375E-8899-4883-96C5-30B794E3EAB2}" presName="sibTrans" presStyleLbl="sibTrans2D1" presStyleIdx="2" presStyleCnt="3"/>
      <dgm:spPr/>
    </dgm:pt>
    <dgm:pt modelId="{8E20B9C9-2366-4A14-A78D-F0E37D4D537C}" type="pres">
      <dgm:prSet presAssocID="{11D9375E-8899-4883-96C5-30B794E3EAB2}" presName="connectorText" presStyleLbl="sibTrans2D1" presStyleIdx="2" presStyleCnt="3"/>
      <dgm:spPr/>
    </dgm:pt>
    <dgm:pt modelId="{CCC5BA3C-4F63-427E-86D8-B442F8FEAF98}" type="pres">
      <dgm:prSet presAssocID="{7D80E9A7-95BB-4099-A95D-376C68DF257F}" presName="node" presStyleLbl="node1" presStyleIdx="3" presStyleCnt="4">
        <dgm:presLayoutVars>
          <dgm:bulletEnabled val="1"/>
        </dgm:presLayoutVars>
      </dgm:prSet>
      <dgm:spPr/>
    </dgm:pt>
  </dgm:ptLst>
  <dgm:cxnLst>
    <dgm:cxn modelId="{541BB447-E0BD-42FE-804A-B672697AC56A}" type="presOf" srcId="{11D9375E-8899-4883-96C5-30B794E3EAB2}" destId="{8E20B9C9-2366-4A14-A78D-F0E37D4D537C}" srcOrd="1" destOrd="0" presId="urn:microsoft.com/office/officeart/2005/8/layout/process5"/>
    <dgm:cxn modelId="{FE07E84B-0F6C-44E6-B017-507EAFE179FD}" type="presOf" srcId="{DE38A76C-B256-4EF3-9624-8AA9712C984B}" destId="{A26BAC22-147C-4A30-B8D5-9D9D772F5974}" srcOrd="1" destOrd="0" presId="urn:microsoft.com/office/officeart/2005/8/layout/process5"/>
    <dgm:cxn modelId="{CBAB096E-5DE9-40DD-91B7-688982B51636}" type="presOf" srcId="{C35CBC3B-EFE5-4772-B9AF-DC352742F74C}" destId="{E02494C1-2743-40DE-B124-FDDD8A31E21E}" srcOrd="0" destOrd="0" presId="urn:microsoft.com/office/officeart/2005/8/layout/process5"/>
    <dgm:cxn modelId="{79317756-4B9A-441D-B5A4-51A8BDBFC99F}" type="presOf" srcId="{4F012EDC-D9A0-4300-8CC5-2F080396B075}" destId="{58FC1EB0-F0A4-4E8F-BB06-20530A1CEBBE}" srcOrd="0" destOrd="0" presId="urn:microsoft.com/office/officeart/2005/8/layout/process5"/>
    <dgm:cxn modelId="{53054D7C-8BDB-4471-8929-357D75FAE6BC}" type="presOf" srcId="{11D9375E-8899-4883-96C5-30B794E3EAB2}" destId="{2C89B161-F34E-4A79-BDE8-1FA2AA051E32}" srcOrd="0" destOrd="0" presId="urn:microsoft.com/office/officeart/2005/8/layout/process5"/>
    <dgm:cxn modelId="{F58D1393-7A77-4A45-B40F-AFEDDA12F43E}" srcId="{4F012EDC-D9A0-4300-8CC5-2F080396B075}" destId="{CED3EF8F-019D-49CA-98C9-7DEEA9CDF371}" srcOrd="0" destOrd="0" parTransId="{086C5984-3428-44DC-A19B-2C2B89FFECBF}" sibTransId="{E127335C-AFDE-47A2-8441-69E88D8F4D15}"/>
    <dgm:cxn modelId="{2E973793-DE1F-41C8-99F0-B3603C68C141}" type="presOf" srcId="{DE38A76C-B256-4EF3-9624-8AA9712C984B}" destId="{2EAD8889-43DB-4AD7-BCBF-134646932536}" srcOrd="0" destOrd="0" presId="urn:microsoft.com/office/officeart/2005/8/layout/process5"/>
    <dgm:cxn modelId="{3DE44893-8E86-4981-8FEC-6772715F6A79}" type="presOf" srcId="{BDF51DFF-F8CC-417D-97E3-647817159F1A}" destId="{C995AED2-C7D2-497E-B467-70B04A635112}" srcOrd="0" destOrd="0" presId="urn:microsoft.com/office/officeart/2005/8/layout/process5"/>
    <dgm:cxn modelId="{2793E697-312D-462D-BC3C-E525F76CDE44}" type="presOf" srcId="{E127335C-AFDE-47A2-8441-69E88D8F4D15}" destId="{7AA73BFF-15CC-4633-910C-7E533488F0D7}" srcOrd="1" destOrd="0" presId="urn:microsoft.com/office/officeart/2005/8/layout/process5"/>
    <dgm:cxn modelId="{E325D89A-A2D4-4F2B-AFD6-765EE3A7D05B}" type="presOf" srcId="{E127335C-AFDE-47A2-8441-69E88D8F4D15}" destId="{8885F749-92D4-41F6-B916-41CC7734BAD4}" srcOrd="0" destOrd="0" presId="urn:microsoft.com/office/officeart/2005/8/layout/process5"/>
    <dgm:cxn modelId="{A8ED5F9B-E104-4AED-A825-AF02158DFA41}" srcId="{4F012EDC-D9A0-4300-8CC5-2F080396B075}" destId="{C35CBC3B-EFE5-4772-B9AF-DC352742F74C}" srcOrd="2" destOrd="0" parTransId="{B3B6D295-E12E-496C-83AB-E8109647F6D0}" sibTransId="{11D9375E-8899-4883-96C5-30B794E3EAB2}"/>
    <dgm:cxn modelId="{0CEF5ECF-455C-418F-9CCD-A29F026D17C0}" srcId="{4F012EDC-D9A0-4300-8CC5-2F080396B075}" destId="{BDF51DFF-F8CC-417D-97E3-647817159F1A}" srcOrd="1" destOrd="0" parTransId="{F20503FA-1D40-470D-AFD8-BB9CA59EAB2C}" sibTransId="{DE38A76C-B256-4EF3-9624-8AA9712C984B}"/>
    <dgm:cxn modelId="{3C17A6CF-A67B-4BB9-9741-8037E4A4080C}" type="presOf" srcId="{7D80E9A7-95BB-4099-A95D-376C68DF257F}" destId="{CCC5BA3C-4F63-427E-86D8-B442F8FEAF98}" srcOrd="0" destOrd="0" presId="urn:microsoft.com/office/officeart/2005/8/layout/process5"/>
    <dgm:cxn modelId="{FFA362E1-B0FE-4B8D-91EB-6975F8A2FA38}" type="presOf" srcId="{CED3EF8F-019D-49CA-98C9-7DEEA9CDF371}" destId="{8B2D224C-2E5A-4FEB-9E71-1810FF06EFBF}" srcOrd="0" destOrd="0" presId="urn:microsoft.com/office/officeart/2005/8/layout/process5"/>
    <dgm:cxn modelId="{B751F1FD-37C7-4CC6-A4DD-217FDF0704AA}" srcId="{4F012EDC-D9A0-4300-8CC5-2F080396B075}" destId="{7D80E9A7-95BB-4099-A95D-376C68DF257F}" srcOrd="3" destOrd="0" parTransId="{6B4087F5-A6AB-43DF-8F0A-AE1483F53766}" sibTransId="{273CC2A6-DD45-4F1D-A7A7-E36230E87265}"/>
    <dgm:cxn modelId="{EE719D9E-93E9-4C8D-9717-04D670414311}" type="presParOf" srcId="{58FC1EB0-F0A4-4E8F-BB06-20530A1CEBBE}" destId="{8B2D224C-2E5A-4FEB-9E71-1810FF06EFBF}" srcOrd="0" destOrd="0" presId="urn:microsoft.com/office/officeart/2005/8/layout/process5"/>
    <dgm:cxn modelId="{12EDE920-0206-40DF-BB10-6F97E19C87D3}" type="presParOf" srcId="{58FC1EB0-F0A4-4E8F-BB06-20530A1CEBBE}" destId="{8885F749-92D4-41F6-B916-41CC7734BAD4}" srcOrd="1" destOrd="0" presId="urn:microsoft.com/office/officeart/2005/8/layout/process5"/>
    <dgm:cxn modelId="{901F0C2F-14C2-4164-97B7-E88DF7C40794}" type="presParOf" srcId="{8885F749-92D4-41F6-B916-41CC7734BAD4}" destId="{7AA73BFF-15CC-4633-910C-7E533488F0D7}" srcOrd="0" destOrd="0" presId="urn:microsoft.com/office/officeart/2005/8/layout/process5"/>
    <dgm:cxn modelId="{2E257917-5636-4B74-83EB-4C0A5E716D3D}" type="presParOf" srcId="{58FC1EB0-F0A4-4E8F-BB06-20530A1CEBBE}" destId="{C995AED2-C7D2-497E-B467-70B04A635112}" srcOrd="2" destOrd="0" presId="urn:microsoft.com/office/officeart/2005/8/layout/process5"/>
    <dgm:cxn modelId="{2BB602CF-03A2-4A33-8423-F4515F4ADF16}" type="presParOf" srcId="{58FC1EB0-F0A4-4E8F-BB06-20530A1CEBBE}" destId="{2EAD8889-43DB-4AD7-BCBF-134646932536}" srcOrd="3" destOrd="0" presId="urn:microsoft.com/office/officeart/2005/8/layout/process5"/>
    <dgm:cxn modelId="{F39ABC2C-C8C5-4B01-9F10-6DA2D1063867}" type="presParOf" srcId="{2EAD8889-43DB-4AD7-BCBF-134646932536}" destId="{A26BAC22-147C-4A30-B8D5-9D9D772F5974}" srcOrd="0" destOrd="0" presId="urn:microsoft.com/office/officeart/2005/8/layout/process5"/>
    <dgm:cxn modelId="{E2C02577-A1DD-4603-9F31-EEAA09A00C68}" type="presParOf" srcId="{58FC1EB0-F0A4-4E8F-BB06-20530A1CEBBE}" destId="{E02494C1-2743-40DE-B124-FDDD8A31E21E}" srcOrd="4" destOrd="0" presId="urn:microsoft.com/office/officeart/2005/8/layout/process5"/>
    <dgm:cxn modelId="{BF98771E-73BE-4C70-A8A1-2B2BA7F8950B}" type="presParOf" srcId="{58FC1EB0-F0A4-4E8F-BB06-20530A1CEBBE}" destId="{2C89B161-F34E-4A79-BDE8-1FA2AA051E32}" srcOrd="5" destOrd="0" presId="urn:microsoft.com/office/officeart/2005/8/layout/process5"/>
    <dgm:cxn modelId="{F0A9BA53-B129-436C-8744-6CCB4430F10D}" type="presParOf" srcId="{2C89B161-F34E-4A79-BDE8-1FA2AA051E32}" destId="{8E20B9C9-2366-4A14-A78D-F0E37D4D537C}" srcOrd="0" destOrd="0" presId="urn:microsoft.com/office/officeart/2005/8/layout/process5"/>
    <dgm:cxn modelId="{9904B8C1-B007-4D45-903F-192C7F0559EB}" type="presParOf" srcId="{58FC1EB0-F0A4-4E8F-BB06-20530A1CEBBE}" destId="{CCC5BA3C-4F63-427E-86D8-B442F8FEAF98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28E0C9-8CD7-4099-9753-7D2795011EE1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8110A3E-25B5-4F55-B5B8-F108BE711396}">
      <dgm:prSet/>
      <dgm:spPr/>
      <dgm:t>
        <a:bodyPr/>
        <a:lstStyle/>
        <a:p>
          <a:r>
            <a:rPr lang="en-US"/>
            <a:t>• RMSE ≈ 2.75, MAE ≈ 1.80</a:t>
          </a:r>
        </a:p>
      </dgm:t>
    </dgm:pt>
    <dgm:pt modelId="{97F6211D-0C01-49DC-91D2-896CD900CB2D}" type="parTrans" cxnId="{33C250E0-811E-4CB2-98DA-14E3DE58F998}">
      <dgm:prSet/>
      <dgm:spPr/>
      <dgm:t>
        <a:bodyPr/>
        <a:lstStyle/>
        <a:p>
          <a:endParaRPr lang="en-US"/>
        </a:p>
      </dgm:t>
    </dgm:pt>
    <dgm:pt modelId="{87AFC365-1089-4A7C-A2C2-4E8428B908F7}" type="sibTrans" cxnId="{33C250E0-811E-4CB2-98DA-14E3DE58F998}">
      <dgm:prSet/>
      <dgm:spPr/>
      <dgm:t>
        <a:bodyPr/>
        <a:lstStyle/>
        <a:p>
          <a:endParaRPr lang="en-US"/>
        </a:p>
      </dgm:t>
    </dgm:pt>
    <dgm:pt modelId="{C5F0CBDF-053C-444D-B8A0-7392868D7913}">
      <dgm:prSet/>
      <dgm:spPr/>
      <dgm:t>
        <a:bodyPr/>
        <a:lstStyle/>
        <a:p>
          <a:r>
            <a:rPr lang="en-US"/>
            <a:t>• Distance &amp; pickup time most impactful.</a:t>
          </a:r>
        </a:p>
      </dgm:t>
    </dgm:pt>
    <dgm:pt modelId="{3A6F3A7E-2F47-47C1-BAFB-91C19A0A6F14}" type="parTrans" cxnId="{81854D2B-B75F-484A-B3A1-32BFE622DB79}">
      <dgm:prSet/>
      <dgm:spPr/>
      <dgm:t>
        <a:bodyPr/>
        <a:lstStyle/>
        <a:p>
          <a:endParaRPr lang="en-US"/>
        </a:p>
      </dgm:t>
    </dgm:pt>
    <dgm:pt modelId="{26D754FF-7A88-4F98-B18B-00F44D95E49C}" type="sibTrans" cxnId="{81854D2B-B75F-484A-B3A1-32BFE622DB79}">
      <dgm:prSet/>
      <dgm:spPr/>
      <dgm:t>
        <a:bodyPr/>
        <a:lstStyle/>
        <a:p>
          <a:endParaRPr lang="en-US"/>
        </a:p>
      </dgm:t>
    </dgm:pt>
    <dgm:pt modelId="{E2B88BE0-EB3F-4571-ABBE-0FCBCD003396}">
      <dgm:prSet/>
      <dgm:spPr/>
      <dgm:t>
        <a:bodyPr/>
        <a:lstStyle/>
        <a:p>
          <a:r>
            <a:rPr lang="en-US"/>
            <a:t>• Accurate for short–medium trips.</a:t>
          </a:r>
        </a:p>
      </dgm:t>
    </dgm:pt>
    <dgm:pt modelId="{A226B93D-3B32-4AD7-B416-F59484DEBB4D}" type="parTrans" cxnId="{39933BF6-C1A9-46AE-94C3-71CA6A85E7B5}">
      <dgm:prSet/>
      <dgm:spPr/>
      <dgm:t>
        <a:bodyPr/>
        <a:lstStyle/>
        <a:p>
          <a:endParaRPr lang="en-US"/>
        </a:p>
      </dgm:t>
    </dgm:pt>
    <dgm:pt modelId="{0B558C5D-FE90-4B2B-B356-6E351D1A114C}" type="sibTrans" cxnId="{39933BF6-C1A9-46AE-94C3-71CA6A85E7B5}">
      <dgm:prSet/>
      <dgm:spPr/>
      <dgm:t>
        <a:bodyPr/>
        <a:lstStyle/>
        <a:p>
          <a:endParaRPr lang="en-US"/>
        </a:p>
      </dgm:t>
    </dgm:pt>
    <dgm:pt modelId="{6CFDFA2F-FFBC-4BC9-B4E9-EEBA58C01DE6}">
      <dgm:prSet/>
      <dgm:spPr/>
      <dgm:t>
        <a:bodyPr/>
        <a:lstStyle/>
        <a:p>
          <a:r>
            <a:rPr lang="en-US"/>
            <a:t>• Outliers affect precision (e.g., airport rides).</a:t>
          </a:r>
        </a:p>
      </dgm:t>
    </dgm:pt>
    <dgm:pt modelId="{48FBE666-2A5A-466B-A0DE-15D5343203A5}" type="parTrans" cxnId="{392C9A09-07E4-4DF1-AA2E-FAA4DC9FCF1C}">
      <dgm:prSet/>
      <dgm:spPr/>
      <dgm:t>
        <a:bodyPr/>
        <a:lstStyle/>
        <a:p>
          <a:endParaRPr lang="en-US"/>
        </a:p>
      </dgm:t>
    </dgm:pt>
    <dgm:pt modelId="{3AAED581-5EF9-4772-A42E-5F5EEECCDECF}" type="sibTrans" cxnId="{392C9A09-07E4-4DF1-AA2E-FAA4DC9FCF1C}">
      <dgm:prSet/>
      <dgm:spPr/>
      <dgm:t>
        <a:bodyPr/>
        <a:lstStyle/>
        <a:p>
          <a:endParaRPr lang="en-US"/>
        </a:p>
      </dgm:t>
    </dgm:pt>
    <dgm:pt modelId="{29B9269B-9585-4497-B891-E97B95FD47F1}" type="pres">
      <dgm:prSet presAssocID="{5028E0C9-8CD7-4099-9753-7D2795011EE1}" presName="outerComposite" presStyleCnt="0">
        <dgm:presLayoutVars>
          <dgm:chMax val="5"/>
          <dgm:dir/>
          <dgm:resizeHandles val="exact"/>
        </dgm:presLayoutVars>
      </dgm:prSet>
      <dgm:spPr/>
    </dgm:pt>
    <dgm:pt modelId="{095820E2-48A4-4393-B79E-3B2F03D7507B}" type="pres">
      <dgm:prSet presAssocID="{5028E0C9-8CD7-4099-9753-7D2795011EE1}" presName="dummyMaxCanvas" presStyleCnt="0">
        <dgm:presLayoutVars/>
      </dgm:prSet>
      <dgm:spPr/>
    </dgm:pt>
    <dgm:pt modelId="{7EBFE174-2D33-49F5-AFD3-0E426706B49E}" type="pres">
      <dgm:prSet presAssocID="{5028E0C9-8CD7-4099-9753-7D2795011EE1}" presName="FourNodes_1" presStyleLbl="node1" presStyleIdx="0" presStyleCnt="4">
        <dgm:presLayoutVars>
          <dgm:bulletEnabled val="1"/>
        </dgm:presLayoutVars>
      </dgm:prSet>
      <dgm:spPr/>
    </dgm:pt>
    <dgm:pt modelId="{EBE66A61-6FB5-4CB1-89DB-9CDF9607180D}" type="pres">
      <dgm:prSet presAssocID="{5028E0C9-8CD7-4099-9753-7D2795011EE1}" presName="FourNodes_2" presStyleLbl="node1" presStyleIdx="1" presStyleCnt="4">
        <dgm:presLayoutVars>
          <dgm:bulletEnabled val="1"/>
        </dgm:presLayoutVars>
      </dgm:prSet>
      <dgm:spPr/>
    </dgm:pt>
    <dgm:pt modelId="{5E17FE78-58C0-4BE9-A060-AE8065885D11}" type="pres">
      <dgm:prSet presAssocID="{5028E0C9-8CD7-4099-9753-7D2795011EE1}" presName="FourNodes_3" presStyleLbl="node1" presStyleIdx="2" presStyleCnt="4">
        <dgm:presLayoutVars>
          <dgm:bulletEnabled val="1"/>
        </dgm:presLayoutVars>
      </dgm:prSet>
      <dgm:spPr/>
    </dgm:pt>
    <dgm:pt modelId="{D412EBCC-8A0C-4505-AFA9-DACE3E7444DA}" type="pres">
      <dgm:prSet presAssocID="{5028E0C9-8CD7-4099-9753-7D2795011EE1}" presName="FourNodes_4" presStyleLbl="node1" presStyleIdx="3" presStyleCnt="4">
        <dgm:presLayoutVars>
          <dgm:bulletEnabled val="1"/>
        </dgm:presLayoutVars>
      </dgm:prSet>
      <dgm:spPr/>
    </dgm:pt>
    <dgm:pt modelId="{95DE485A-9D87-4F96-81F2-A4CE32D6AF98}" type="pres">
      <dgm:prSet presAssocID="{5028E0C9-8CD7-4099-9753-7D2795011EE1}" presName="FourConn_1-2" presStyleLbl="fgAccFollowNode1" presStyleIdx="0" presStyleCnt="3">
        <dgm:presLayoutVars>
          <dgm:bulletEnabled val="1"/>
        </dgm:presLayoutVars>
      </dgm:prSet>
      <dgm:spPr/>
    </dgm:pt>
    <dgm:pt modelId="{88ABD78F-B1F3-4FC5-A68D-8281E2103E9D}" type="pres">
      <dgm:prSet presAssocID="{5028E0C9-8CD7-4099-9753-7D2795011EE1}" presName="FourConn_2-3" presStyleLbl="fgAccFollowNode1" presStyleIdx="1" presStyleCnt="3">
        <dgm:presLayoutVars>
          <dgm:bulletEnabled val="1"/>
        </dgm:presLayoutVars>
      </dgm:prSet>
      <dgm:spPr/>
    </dgm:pt>
    <dgm:pt modelId="{F2CF96E1-C334-4B70-AA2D-BC4708F6C015}" type="pres">
      <dgm:prSet presAssocID="{5028E0C9-8CD7-4099-9753-7D2795011EE1}" presName="FourConn_3-4" presStyleLbl="fgAccFollowNode1" presStyleIdx="2" presStyleCnt="3">
        <dgm:presLayoutVars>
          <dgm:bulletEnabled val="1"/>
        </dgm:presLayoutVars>
      </dgm:prSet>
      <dgm:spPr/>
    </dgm:pt>
    <dgm:pt modelId="{7E31C779-9BA6-4B9E-899E-8390E00C0A28}" type="pres">
      <dgm:prSet presAssocID="{5028E0C9-8CD7-4099-9753-7D2795011EE1}" presName="FourNodes_1_text" presStyleLbl="node1" presStyleIdx="3" presStyleCnt="4">
        <dgm:presLayoutVars>
          <dgm:bulletEnabled val="1"/>
        </dgm:presLayoutVars>
      </dgm:prSet>
      <dgm:spPr/>
    </dgm:pt>
    <dgm:pt modelId="{0C84E67C-EA16-437D-9B8F-5911C38C3811}" type="pres">
      <dgm:prSet presAssocID="{5028E0C9-8CD7-4099-9753-7D2795011EE1}" presName="FourNodes_2_text" presStyleLbl="node1" presStyleIdx="3" presStyleCnt="4">
        <dgm:presLayoutVars>
          <dgm:bulletEnabled val="1"/>
        </dgm:presLayoutVars>
      </dgm:prSet>
      <dgm:spPr/>
    </dgm:pt>
    <dgm:pt modelId="{06A0DA0A-FD7C-488E-B8A5-224930CC4A71}" type="pres">
      <dgm:prSet presAssocID="{5028E0C9-8CD7-4099-9753-7D2795011EE1}" presName="FourNodes_3_text" presStyleLbl="node1" presStyleIdx="3" presStyleCnt="4">
        <dgm:presLayoutVars>
          <dgm:bulletEnabled val="1"/>
        </dgm:presLayoutVars>
      </dgm:prSet>
      <dgm:spPr/>
    </dgm:pt>
    <dgm:pt modelId="{63E222E5-07C8-4DDB-986F-FB57E4DD8B8E}" type="pres">
      <dgm:prSet presAssocID="{5028E0C9-8CD7-4099-9753-7D2795011EE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92C9A09-07E4-4DF1-AA2E-FAA4DC9FCF1C}" srcId="{5028E0C9-8CD7-4099-9753-7D2795011EE1}" destId="{6CFDFA2F-FFBC-4BC9-B4E9-EEBA58C01DE6}" srcOrd="3" destOrd="0" parTransId="{48FBE666-2A5A-466B-A0DE-15D5343203A5}" sibTransId="{3AAED581-5EF9-4772-A42E-5F5EEECCDECF}"/>
    <dgm:cxn modelId="{81854D2B-B75F-484A-B3A1-32BFE622DB79}" srcId="{5028E0C9-8CD7-4099-9753-7D2795011EE1}" destId="{C5F0CBDF-053C-444D-B8A0-7392868D7913}" srcOrd="1" destOrd="0" parTransId="{3A6F3A7E-2F47-47C1-BAFB-91C19A0A6F14}" sibTransId="{26D754FF-7A88-4F98-B18B-00F44D95E49C}"/>
    <dgm:cxn modelId="{7BE62568-1F37-4283-8246-A613B4AD35F9}" type="presOf" srcId="{87AFC365-1089-4A7C-A2C2-4E8428B908F7}" destId="{95DE485A-9D87-4F96-81F2-A4CE32D6AF98}" srcOrd="0" destOrd="0" presId="urn:microsoft.com/office/officeart/2005/8/layout/vProcess5"/>
    <dgm:cxn modelId="{4A4D6C4A-E7C9-4310-BC31-E56FA58DE5D9}" type="presOf" srcId="{C5F0CBDF-053C-444D-B8A0-7392868D7913}" destId="{0C84E67C-EA16-437D-9B8F-5911C38C3811}" srcOrd="1" destOrd="0" presId="urn:microsoft.com/office/officeart/2005/8/layout/vProcess5"/>
    <dgm:cxn modelId="{D1180A7A-6BD9-4426-86F1-DF16ACB1DBB1}" type="presOf" srcId="{6CFDFA2F-FFBC-4BC9-B4E9-EEBA58C01DE6}" destId="{63E222E5-07C8-4DDB-986F-FB57E4DD8B8E}" srcOrd="1" destOrd="0" presId="urn:microsoft.com/office/officeart/2005/8/layout/vProcess5"/>
    <dgm:cxn modelId="{68F6D17A-D842-4510-9ECB-FF99A21782F7}" type="presOf" srcId="{6CFDFA2F-FFBC-4BC9-B4E9-EEBA58C01DE6}" destId="{D412EBCC-8A0C-4505-AFA9-DACE3E7444DA}" srcOrd="0" destOrd="0" presId="urn:microsoft.com/office/officeart/2005/8/layout/vProcess5"/>
    <dgm:cxn modelId="{A339A17C-708D-4EAE-AAA8-F4819DBC6440}" type="presOf" srcId="{E2B88BE0-EB3F-4571-ABBE-0FCBCD003396}" destId="{06A0DA0A-FD7C-488E-B8A5-224930CC4A71}" srcOrd="1" destOrd="0" presId="urn:microsoft.com/office/officeart/2005/8/layout/vProcess5"/>
    <dgm:cxn modelId="{D5E0047E-78B0-4C0A-82E9-9467A41E09EB}" type="presOf" srcId="{D8110A3E-25B5-4F55-B5B8-F108BE711396}" destId="{7EBFE174-2D33-49F5-AFD3-0E426706B49E}" srcOrd="0" destOrd="0" presId="urn:microsoft.com/office/officeart/2005/8/layout/vProcess5"/>
    <dgm:cxn modelId="{B60641B3-7C16-447A-8C23-203001B8FF7B}" type="presOf" srcId="{0B558C5D-FE90-4B2B-B356-6E351D1A114C}" destId="{F2CF96E1-C334-4B70-AA2D-BC4708F6C015}" srcOrd="0" destOrd="0" presId="urn:microsoft.com/office/officeart/2005/8/layout/vProcess5"/>
    <dgm:cxn modelId="{230B81C0-B289-43A2-AEF8-4BC48446C6FF}" type="presOf" srcId="{D8110A3E-25B5-4F55-B5B8-F108BE711396}" destId="{7E31C779-9BA6-4B9E-899E-8390E00C0A28}" srcOrd="1" destOrd="0" presId="urn:microsoft.com/office/officeart/2005/8/layout/vProcess5"/>
    <dgm:cxn modelId="{691134D2-663F-4B90-9C18-58D6D128E2F2}" type="presOf" srcId="{E2B88BE0-EB3F-4571-ABBE-0FCBCD003396}" destId="{5E17FE78-58C0-4BE9-A060-AE8065885D11}" srcOrd="0" destOrd="0" presId="urn:microsoft.com/office/officeart/2005/8/layout/vProcess5"/>
    <dgm:cxn modelId="{33C250E0-811E-4CB2-98DA-14E3DE58F998}" srcId="{5028E0C9-8CD7-4099-9753-7D2795011EE1}" destId="{D8110A3E-25B5-4F55-B5B8-F108BE711396}" srcOrd="0" destOrd="0" parTransId="{97F6211D-0C01-49DC-91D2-896CD900CB2D}" sibTransId="{87AFC365-1089-4A7C-A2C2-4E8428B908F7}"/>
    <dgm:cxn modelId="{41D410EA-FEC8-4ADD-985E-859707A5D518}" type="presOf" srcId="{C5F0CBDF-053C-444D-B8A0-7392868D7913}" destId="{EBE66A61-6FB5-4CB1-89DB-9CDF9607180D}" srcOrd="0" destOrd="0" presId="urn:microsoft.com/office/officeart/2005/8/layout/vProcess5"/>
    <dgm:cxn modelId="{39933BF6-C1A9-46AE-94C3-71CA6A85E7B5}" srcId="{5028E0C9-8CD7-4099-9753-7D2795011EE1}" destId="{E2B88BE0-EB3F-4571-ABBE-0FCBCD003396}" srcOrd="2" destOrd="0" parTransId="{A226B93D-3B32-4AD7-B416-F59484DEBB4D}" sibTransId="{0B558C5D-FE90-4B2B-B356-6E351D1A114C}"/>
    <dgm:cxn modelId="{8348BBF7-B027-418C-B8A5-3075C95E1CA3}" type="presOf" srcId="{26D754FF-7A88-4F98-B18B-00F44D95E49C}" destId="{88ABD78F-B1F3-4FC5-A68D-8281E2103E9D}" srcOrd="0" destOrd="0" presId="urn:microsoft.com/office/officeart/2005/8/layout/vProcess5"/>
    <dgm:cxn modelId="{BA38D8FC-4B48-4BC4-B268-6D9A73B9F6CB}" type="presOf" srcId="{5028E0C9-8CD7-4099-9753-7D2795011EE1}" destId="{29B9269B-9585-4497-B891-E97B95FD47F1}" srcOrd="0" destOrd="0" presId="urn:microsoft.com/office/officeart/2005/8/layout/vProcess5"/>
    <dgm:cxn modelId="{B3D93DC4-8490-43B6-B00D-9C785165CBAD}" type="presParOf" srcId="{29B9269B-9585-4497-B891-E97B95FD47F1}" destId="{095820E2-48A4-4393-B79E-3B2F03D7507B}" srcOrd="0" destOrd="0" presId="urn:microsoft.com/office/officeart/2005/8/layout/vProcess5"/>
    <dgm:cxn modelId="{08384129-4455-4507-8ED3-8E1D369E77AC}" type="presParOf" srcId="{29B9269B-9585-4497-B891-E97B95FD47F1}" destId="{7EBFE174-2D33-49F5-AFD3-0E426706B49E}" srcOrd="1" destOrd="0" presId="urn:microsoft.com/office/officeart/2005/8/layout/vProcess5"/>
    <dgm:cxn modelId="{13C4DBAB-A874-46C7-8DF1-DE5CAAA3A83D}" type="presParOf" srcId="{29B9269B-9585-4497-B891-E97B95FD47F1}" destId="{EBE66A61-6FB5-4CB1-89DB-9CDF9607180D}" srcOrd="2" destOrd="0" presId="urn:microsoft.com/office/officeart/2005/8/layout/vProcess5"/>
    <dgm:cxn modelId="{6C238EF6-E7AE-4AAA-9047-41DE37CE2EA5}" type="presParOf" srcId="{29B9269B-9585-4497-B891-E97B95FD47F1}" destId="{5E17FE78-58C0-4BE9-A060-AE8065885D11}" srcOrd="3" destOrd="0" presId="urn:microsoft.com/office/officeart/2005/8/layout/vProcess5"/>
    <dgm:cxn modelId="{F8A3BBEA-CDBE-4692-9BFF-D45045CDC159}" type="presParOf" srcId="{29B9269B-9585-4497-B891-E97B95FD47F1}" destId="{D412EBCC-8A0C-4505-AFA9-DACE3E7444DA}" srcOrd="4" destOrd="0" presId="urn:microsoft.com/office/officeart/2005/8/layout/vProcess5"/>
    <dgm:cxn modelId="{5BF4633D-9D79-4324-9180-3D2C538B7F2B}" type="presParOf" srcId="{29B9269B-9585-4497-B891-E97B95FD47F1}" destId="{95DE485A-9D87-4F96-81F2-A4CE32D6AF98}" srcOrd="5" destOrd="0" presId="urn:microsoft.com/office/officeart/2005/8/layout/vProcess5"/>
    <dgm:cxn modelId="{DDC291FC-1ACD-49AD-80C9-905B66CCED4E}" type="presParOf" srcId="{29B9269B-9585-4497-B891-E97B95FD47F1}" destId="{88ABD78F-B1F3-4FC5-A68D-8281E2103E9D}" srcOrd="6" destOrd="0" presId="urn:microsoft.com/office/officeart/2005/8/layout/vProcess5"/>
    <dgm:cxn modelId="{1BD6987E-A935-4EB1-AFA1-B04922B15A4F}" type="presParOf" srcId="{29B9269B-9585-4497-B891-E97B95FD47F1}" destId="{F2CF96E1-C334-4B70-AA2D-BC4708F6C015}" srcOrd="7" destOrd="0" presId="urn:microsoft.com/office/officeart/2005/8/layout/vProcess5"/>
    <dgm:cxn modelId="{EC88B054-586E-485F-9E29-52BA9BF69777}" type="presParOf" srcId="{29B9269B-9585-4497-B891-E97B95FD47F1}" destId="{7E31C779-9BA6-4B9E-899E-8390E00C0A28}" srcOrd="8" destOrd="0" presId="urn:microsoft.com/office/officeart/2005/8/layout/vProcess5"/>
    <dgm:cxn modelId="{46CD9451-0955-48E7-9B8E-DFCB84738E18}" type="presParOf" srcId="{29B9269B-9585-4497-B891-E97B95FD47F1}" destId="{0C84E67C-EA16-437D-9B8F-5911C38C3811}" srcOrd="9" destOrd="0" presId="urn:microsoft.com/office/officeart/2005/8/layout/vProcess5"/>
    <dgm:cxn modelId="{AF04DBFB-1FCC-4A96-A784-6B53CD5690F2}" type="presParOf" srcId="{29B9269B-9585-4497-B891-E97B95FD47F1}" destId="{06A0DA0A-FD7C-488E-B8A5-224930CC4A71}" srcOrd="10" destOrd="0" presId="urn:microsoft.com/office/officeart/2005/8/layout/vProcess5"/>
    <dgm:cxn modelId="{F8BB8634-0B38-4C18-A28C-03E1B12844E6}" type="presParOf" srcId="{29B9269B-9585-4497-B891-E97B95FD47F1}" destId="{63E222E5-07C8-4DDB-986F-FB57E4DD8B8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54AD31-C7CF-43D1-A4AF-969364C838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C88A8F-CAFC-4026-A794-047D0F37441E}">
      <dgm:prSet/>
      <dgm:spPr/>
      <dgm:t>
        <a:bodyPr/>
        <a:lstStyle/>
        <a:p>
          <a:r>
            <a:rPr lang="en-US"/>
            <a:t>• Scatter Plot: Actual vs Predicted Fares</a:t>
          </a:r>
        </a:p>
      </dgm:t>
    </dgm:pt>
    <dgm:pt modelId="{A7303389-39E6-4D2A-ABD5-F0E95E17E0A8}" type="parTrans" cxnId="{453A5D50-F3D1-4722-B328-1656E3B8BEDE}">
      <dgm:prSet/>
      <dgm:spPr/>
      <dgm:t>
        <a:bodyPr/>
        <a:lstStyle/>
        <a:p>
          <a:endParaRPr lang="en-US"/>
        </a:p>
      </dgm:t>
    </dgm:pt>
    <dgm:pt modelId="{C4BBCDE5-3749-4897-AF5D-886CAD596B16}" type="sibTrans" cxnId="{453A5D50-F3D1-4722-B328-1656E3B8BEDE}">
      <dgm:prSet/>
      <dgm:spPr/>
      <dgm:t>
        <a:bodyPr/>
        <a:lstStyle/>
        <a:p>
          <a:endParaRPr lang="en-US"/>
        </a:p>
      </dgm:t>
    </dgm:pt>
    <dgm:pt modelId="{20BAD5C5-56C3-4901-AAA5-0902D49E0672}">
      <dgm:prSet/>
      <dgm:spPr/>
      <dgm:t>
        <a:bodyPr/>
        <a:lstStyle/>
        <a:p>
          <a:r>
            <a:rPr lang="en-US"/>
            <a:t>• Bar Graph: Feature Importance</a:t>
          </a:r>
        </a:p>
      </dgm:t>
    </dgm:pt>
    <dgm:pt modelId="{C61A3AAD-E582-4C72-BA04-62A560ED4D2D}" type="parTrans" cxnId="{91C0B6E3-4100-44E5-8C1E-D8524CA881B5}">
      <dgm:prSet/>
      <dgm:spPr/>
      <dgm:t>
        <a:bodyPr/>
        <a:lstStyle/>
        <a:p>
          <a:endParaRPr lang="en-US"/>
        </a:p>
      </dgm:t>
    </dgm:pt>
    <dgm:pt modelId="{5F7A6BBA-CE64-4C81-A715-3BCF9BF318AA}" type="sibTrans" cxnId="{91C0B6E3-4100-44E5-8C1E-D8524CA881B5}">
      <dgm:prSet/>
      <dgm:spPr/>
      <dgm:t>
        <a:bodyPr/>
        <a:lstStyle/>
        <a:p>
          <a:endParaRPr lang="en-US"/>
        </a:p>
      </dgm:t>
    </dgm:pt>
    <dgm:pt modelId="{9A22BE35-D271-4CAA-93C3-A20242724C29}">
      <dgm:prSet/>
      <dgm:spPr/>
      <dgm:t>
        <a:bodyPr/>
        <a:lstStyle/>
        <a:p>
          <a:r>
            <a:rPr lang="en-US"/>
            <a:t>• Histogram: Prediction Errors</a:t>
          </a:r>
        </a:p>
      </dgm:t>
    </dgm:pt>
    <dgm:pt modelId="{1D10183F-7FF5-43C2-A75B-E6CBDC7B1658}" type="parTrans" cxnId="{3148BEAE-F302-43BA-B906-B2EAA4670583}">
      <dgm:prSet/>
      <dgm:spPr/>
      <dgm:t>
        <a:bodyPr/>
        <a:lstStyle/>
        <a:p>
          <a:endParaRPr lang="en-US"/>
        </a:p>
      </dgm:t>
    </dgm:pt>
    <dgm:pt modelId="{8EF31316-5BCB-409F-8518-1D54D106721D}" type="sibTrans" cxnId="{3148BEAE-F302-43BA-B906-B2EAA4670583}">
      <dgm:prSet/>
      <dgm:spPr/>
      <dgm:t>
        <a:bodyPr/>
        <a:lstStyle/>
        <a:p>
          <a:endParaRPr lang="en-US"/>
        </a:p>
      </dgm:t>
    </dgm:pt>
    <dgm:pt modelId="{4BF7A30F-4597-4FE0-A6DD-80DDA393791F}">
      <dgm:prSet/>
      <dgm:spPr/>
      <dgm:t>
        <a:bodyPr/>
        <a:lstStyle/>
        <a:p>
          <a:r>
            <a:rPr lang="en-US"/>
            <a:t>• Created using Matplotlib &amp; Seaborn.</a:t>
          </a:r>
        </a:p>
      </dgm:t>
    </dgm:pt>
    <dgm:pt modelId="{71F13C20-2E98-4B22-B2EA-672DCFE24750}" type="parTrans" cxnId="{3F288D43-B593-45BF-8373-B24B5D88E6AD}">
      <dgm:prSet/>
      <dgm:spPr/>
      <dgm:t>
        <a:bodyPr/>
        <a:lstStyle/>
        <a:p>
          <a:endParaRPr lang="en-US"/>
        </a:p>
      </dgm:t>
    </dgm:pt>
    <dgm:pt modelId="{B54B43B1-F9F8-4681-AB0B-27B814F70887}" type="sibTrans" cxnId="{3F288D43-B593-45BF-8373-B24B5D88E6AD}">
      <dgm:prSet/>
      <dgm:spPr/>
      <dgm:t>
        <a:bodyPr/>
        <a:lstStyle/>
        <a:p>
          <a:endParaRPr lang="en-US"/>
        </a:p>
      </dgm:t>
    </dgm:pt>
    <dgm:pt modelId="{4BA2D9C2-0D3D-4190-BEDB-1579DC39B69E}" type="pres">
      <dgm:prSet presAssocID="{4B54AD31-C7CF-43D1-A4AF-969364C838DB}" presName="linear" presStyleCnt="0">
        <dgm:presLayoutVars>
          <dgm:animLvl val="lvl"/>
          <dgm:resizeHandles val="exact"/>
        </dgm:presLayoutVars>
      </dgm:prSet>
      <dgm:spPr/>
    </dgm:pt>
    <dgm:pt modelId="{E8CFE499-1217-472B-87AD-05BC0B1885A6}" type="pres">
      <dgm:prSet presAssocID="{27C88A8F-CAFC-4026-A794-047D0F37441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FD4F75C-AF3C-487E-A4DA-3AE3F327D87B}" type="pres">
      <dgm:prSet presAssocID="{C4BBCDE5-3749-4897-AF5D-886CAD596B16}" presName="spacer" presStyleCnt="0"/>
      <dgm:spPr/>
    </dgm:pt>
    <dgm:pt modelId="{E1B1F5A2-A017-4A66-84A7-FDF05CA94F28}" type="pres">
      <dgm:prSet presAssocID="{20BAD5C5-56C3-4901-AAA5-0902D49E067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F41BDD6-400B-4285-8C61-1FF273D611A0}" type="pres">
      <dgm:prSet presAssocID="{5F7A6BBA-CE64-4C81-A715-3BCF9BF318AA}" presName="spacer" presStyleCnt="0"/>
      <dgm:spPr/>
    </dgm:pt>
    <dgm:pt modelId="{B975A6D5-514B-4955-91AE-C225E3CA35E6}" type="pres">
      <dgm:prSet presAssocID="{9A22BE35-D271-4CAA-93C3-A20242724C2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E9A64D-45FD-4CF0-962C-4DA76FA0411A}" type="pres">
      <dgm:prSet presAssocID="{8EF31316-5BCB-409F-8518-1D54D106721D}" presName="spacer" presStyleCnt="0"/>
      <dgm:spPr/>
    </dgm:pt>
    <dgm:pt modelId="{571C9FB3-4FCE-4EB5-8B2E-6F2E683ED799}" type="pres">
      <dgm:prSet presAssocID="{4BF7A30F-4597-4FE0-A6DD-80DDA39379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5F86A5B-3487-43CE-ACCC-05AD1D142184}" type="presOf" srcId="{9A22BE35-D271-4CAA-93C3-A20242724C29}" destId="{B975A6D5-514B-4955-91AE-C225E3CA35E6}" srcOrd="0" destOrd="0" presId="urn:microsoft.com/office/officeart/2005/8/layout/vList2"/>
    <dgm:cxn modelId="{3F288D43-B593-45BF-8373-B24B5D88E6AD}" srcId="{4B54AD31-C7CF-43D1-A4AF-969364C838DB}" destId="{4BF7A30F-4597-4FE0-A6DD-80DDA393791F}" srcOrd="3" destOrd="0" parTransId="{71F13C20-2E98-4B22-B2EA-672DCFE24750}" sibTransId="{B54B43B1-F9F8-4681-AB0B-27B814F70887}"/>
    <dgm:cxn modelId="{453A5D50-F3D1-4722-B328-1656E3B8BEDE}" srcId="{4B54AD31-C7CF-43D1-A4AF-969364C838DB}" destId="{27C88A8F-CAFC-4026-A794-047D0F37441E}" srcOrd="0" destOrd="0" parTransId="{A7303389-39E6-4D2A-ABD5-F0E95E17E0A8}" sibTransId="{C4BBCDE5-3749-4897-AF5D-886CAD596B16}"/>
    <dgm:cxn modelId="{EF201455-705C-4F57-AE07-F4152D17FB75}" type="presOf" srcId="{4B54AD31-C7CF-43D1-A4AF-969364C838DB}" destId="{4BA2D9C2-0D3D-4190-BEDB-1579DC39B69E}" srcOrd="0" destOrd="0" presId="urn:microsoft.com/office/officeart/2005/8/layout/vList2"/>
    <dgm:cxn modelId="{011FD480-756A-46FA-8D36-5DFA18376696}" type="presOf" srcId="{27C88A8F-CAFC-4026-A794-047D0F37441E}" destId="{E8CFE499-1217-472B-87AD-05BC0B1885A6}" srcOrd="0" destOrd="0" presId="urn:microsoft.com/office/officeart/2005/8/layout/vList2"/>
    <dgm:cxn modelId="{3843D8A3-BD63-4D87-B024-001714A769DB}" type="presOf" srcId="{20BAD5C5-56C3-4901-AAA5-0902D49E0672}" destId="{E1B1F5A2-A017-4A66-84A7-FDF05CA94F28}" srcOrd="0" destOrd="0" presId="urn:microsoft.com/office/officeart/2005/8/layout/vList2"/>
    <dgm:cxn modelId="{3148BEAE-F302-43BA-B906-B2EAA4670583}" srcId="{4B54AD31-C7CF-43D1-A4AF-969364C838DB}" destId="{9A22BE35-D271-4CAA-93C3-A20242724C29}" srcOrd="2" destOrd="0" parTransId="{1D10183F-7FF5-43C2-A75B-E6CBDC7B1658}" sibTransId="{8EF31316-5BCB-409F-8518-1D54D106721D}"/>
    <dgm:cxn modelId="{C87E0DBD-071B-4F3C-87CC-B84F06B54CA8}" type="presOf" srcId="{4BF7A30F-4597-4FE0-A6DD-80DDA393791F}" destId="{571C9FB3-4FCE-4EB5-8B2E-6F2E683ED799}" srcOrd="0" destOrd="0" presId="urn:microsoft.com/office/officeart/2005/8/layout/vList2"/>
    <dgm:cxn modelId="{91C0B6E3-4100-44E5-8C1E-D8524CA881B5}" srcId="{4B54AD31-C7CF-43D1-A4AF-969364C838DB}" destId="{20BAD5C5-56C3-4901-AAA5-0902D49E0672}" srcOrd="1" destOrd="0" parTransId="{C61A3AAD-E582-4C72-BA04-62A560ED4D2D}" sibTransId="{5F7A6BBA-CE64-4C81-A715-3BCF9BF318AA}"/>
    <dgm:cxn modelId="{F4964871-4048-4CCD-BAAB-A1C4FA01AB42}" type="presParOf" srcId="{4BA2D9C2-0D3D-4190-BEDB-1579DC39B69E}" destId="{E8CFE499-1217-472B-87AD-05BC0B1885A6}" srcOrd="0" destOrd="0" presId="urn:microsoft.com/office/officeart/2005/8/layout/vList2"/>
    <dgm:cxn modelId="{17910E6B-F005-4719-9E3E-9B4938D2F7B9}" type="presParOf" srcId="{4BA2D9C2-0D3D-4190-BEDB-1579DC39B69E}" destId="{DFD4F75C-AF3C-487E-A4DA-3AE3F327D87B}" srcOrd="1" destOrd="0" presId="urn:microsoft.com/office/officeart/2005/8/layout/vList2"/>
    <dgm:cxn modelId="{0CDA2531-A0B7-47D1-911B-6E73016C066D}" type="presParOf" srcId="{4BA2D9C2-0D3D-4190-BEDB-1579DC39B69E}" destId="{E1B1F5A2-A017-4A66-84A7-FDF05CA94F28}" srcOrd="2" destOrd="0" presId="urn:microsoft.com/office/officeart/2005/8/layout/vList2"/>
    <dgm:cxn modelId="{797B2398-4AC9-4CF4-981B-4B0649B66BB3}" type="presParOf" srcId="{4BA2D9C2-0D3D-4190-BEDB-1579DC39B69E}" destId="{AF41BDD6-400B-4285-8C61-1FF273D611A0}" srcOrd="3" destOrd="0" presId="urn:microsoft.com/office/officeart/2005/8/layout/vList2"/>
    <dgm:cxn modelId="{C2CE2433-410B-4E00-A50C-ED491F0778F4}" type="presParOf" srcId="{4BA2D9C2-0D3D-4190-BEDB-1579DC39B69E}" destId="{B975A6D5-514B-4955-91AE-C225E3CA35E6}" srcOrd="4" destOrd="0" presId="urn:microsoft.com/office/officeart/2005/8/layout/vList2"/>
    <dgm:cxn modelId="{93734DC2-14D5-4343-B625-238A5D9456FE}" type="presParOf" srcId="{4BA2D9C2-0D3D-4190-BEDB-1579DC39B69E}" destId="{E3E9A64D-45FD-4CF0-962C-4DA76FA0411A}" srcOrd="5" destOrd="0" presId="urn:microsoft.com/office/officeart/2005/8/layout/vList2"/>
    <dgm:cxn modelId="{CF1C690B-E97B-4234-A0F3-BE7C689463A5}" type="presParOf" srcId="{4BA2D9C2-0D3D-4190-BEDB-1579DC39B69E}" destId="{571C9FB3-4FCE-4EB5-8B2E-6F2E683ED7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D261E-2A3B-4107-B6E9-1E60DEFD013F}">
      <dsp:nvSpPr>
        <dsp:cNvPr id="0" name=""/>
        <dsp:cNvSpPr/>
      </dsp:nvSpPr>
      <dsp:spPr>
        <a:xfrm>
          <a:off x="0" y="513922"/>
          <a:ext cx="4717669" cy="10617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• Data Source: NYC Taxi &amp; Limousine Commission (TLC)</a:t>
          </a:r>
        </a:p>
      </dsp:txBody>
      <dsp:txXfrm>
        <a:off x="51832" y="565754"/>
        <a:ext cx="4614005" cy="958111"/>
      </dsp:txXfrm>
    </dsp:sp>
    <dsp:sp modelId="{6BF8DFAC-549D-43D5-B6AC-47054197B3BD}">
      <dsp:nvSpPr>
        <dsp:cNvPr id="0" name=""/>
        <dsp:cNvSpPr/>
      </dsp:nvSpPr>
      <dsp:spPr>
        <a:xfrm>
          <a:off x="0" y="1633297"/>
          <a:ext cx="4717669" cy="1061775"/>
        </a:xfrm>
        <a:prstGeom prst="roundRect">
          <a:avLst/>
        </a:prstGeom>
        <a:solidFill>
          <a:schemeClr val="accent2">
            <a:hueOff val="383163"/>
            <a:satOff val="-6257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• Features: Pickup &amp; Drop-off Coordinates, Passenger Count, Trip Distance (Haversine formula), Pickup Date/Time</a:t>
          </a:r>
        </a:p>
      </dsp:txBody>
      <dsp:txXfrm>
        <a:off x="51832" y="1685129"/>
        <a:ext cx="4614005" cy="958111"/>
      </dsp:txXfrm>
    </dsp:sp>
    <dsp:sp modelId="{7FAB085E-9F6A-4554-9E3B-2DFE7432F784}">
      <dsp:nvSpPr>
        <dsp:cNvPr id="0" name=""/>
        <dsp:cNvSpPr/>
      </dsp:nvSpPr>
      <dsp:spPr>
        <a:xfrm>
          <a:off x="0" y="2752672"/>
          <a:ext cx="4717669" cy="1061775"/>
        </a:xfrm>
        <a:prstGeom prst="roundRect">
          <a:avLst/>
        </a:prstGeom>
        <a:solidFill>
          <a:schemeClr val="accent2">
            <a:hueOff val="766327"/>
            <a:satOff val="-12515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• Target Variable: Fare Amount</a:t>
          </a:r>
        </a:p>
      </dsp:txBody>
      <dsp:txXfrm>
        <a:off x="51832" y="2804504"/>
        <a:ext cx="4614005" cy="958111"/>
      </dsp:txXfrm>
    </dsp:sp>
    <dsp:sp modelId="{8ACF3A77-ADEA-4921-BF41-F8D198286F40}">
      <dsp:nvSpPr>
        <dsp:cNvPr id="0" name=""/>
        <dsp:cNvSpPr/>
      </dsp:nvSpPr>
      <dsp:spPr>
        <a:xfrm>
          <a:off x="0" y="3872047"/>
          <a:ext cx="4717669" cy="1061775"/>
        </a:xfrm>
        <a:prstGeom prst="roundRect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• Cleaned data: removed missing or unrealistic entries.</a:t>
          </a:r>
        </a:p>
      </dsp:txBody>
      <dsp:txXfrm>
        <a:off x="51832" y="3923879"/>
        <a:ext cx="4614005" cy="9581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D21C1-4EE3-4F71-8CBC-74EBB3D2B42C}">
      <dsp:nvSpPr>
        <dsp:cNvPr id="0" name=""/>
        <dsp:cNvSpPr/>
      </dsp:nvSpPr>
      <dsp:spPr>
        <a:xfrm>
          <a:off x="1744838" y="103492"/>
          <a:ext cx="1313318" cy="85365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Removed duplicates &amp; missing data.</a:t>
          </a:r>
        </a:p>
      </dsp:txBody>
      <dsp:txXfrm>
        <a:off x="1786510" y="145164"/>
        <a:ext cx="1229974" cy="770313"/>
      </dsp:txXfrm>
    </dsp:sp>
    <dsp:sp modelId="{26625CFE-81B9-4E9F-8293-6EF95BB6E6DE}">
      <dsp:nvSpPr>
        <dsp:cNvPr id="0" name=""/>
        <dsp:cNvSpPr/>
      </dsp:nvSpPr>
      <dsp:spPr>
        <a:xfrm>
          <a:off x="388114" y="530321"/>
          <a:ext cx="4026765" cy="4026765"/>
        </a:xfrm>
        <a:custGeom>
          <a:avLst/>
          <a:gdLst/>
          <a:ahLst/>
          <a:cxnLst/>
          <a:rect l="0" t="0" r="0" b="0"/>
          <a:pathLst>
            <a:path>
              <a:moveTo>
                <a:pt x="2678458" y="113018"/>
              </a:moveTo>
              <a:arcTo wR="2013382" hR="2013382" stAng="17357320" swAng="1503615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E1C78B-8C58-4288-8E63-4179E38CF5DC}">
      <dsp:nvSpPr>
        <dsp:cNvPr id="0" name=""/>
        <dsp:cNvSpPr/>
      </dsp:nvSpPr>
      <dsp:spPr>
        <a:xfrm>
          <a:off x="3488478" y="1110184"/>
          <a:ext cx="1313318" cy="853657"/>
        </a:xfrm>
        <a:prstGeom prst="roundRect">
          <a:avLst/>
        </a:prstGeom>
        <a:gradFill rotWithShape="0">
          <a:gsLst>
            <a:gs pos="0">
              <a:schemeClr val="accent5">
                <a:hueOff val="465509"/>
                <a:satOff val="1551"/>
                <a:lumOff val="1765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465509"/>
                <a:satOff val="1551"/>
                <a:lumOff val="1765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Filtered out unrealistic fares.</a:t>
          </a:r>
        </a:p>
      </dsp:txBody>
      <dsp:txXfrm>
        <a:off x="3530150" y="1151856"/>
        <a:ext cx="1229974" cy="770313"/>
      </dsp:txXfrm>
    </dsp:sp>
    <dsp:sp modelId="{DF98B5AA-3B0E-4A06-B58B-831EC0AB1D75}">
      <dsp:nvSpPr>
        <dsp:cNvPr id="0" name=""/>
        <dsp:cNvSpPr/>
      </dsp:nvSpPr>
      <dsp:spPr>
        <a:xfrm>
          <a:off x="388114" y="530321"/>
          <a:ext cx="4026765" cy="4026765"/>
        </a:xfrm>
        <a:custGeom>
          <a:avLst/>
          <a:gdLst/>
          <a:ahLst/>
          <a:cxnLst/>
          <a:rect l="0" t="0" r="0" b="0"/>
          <a:pathLst>
            <a:path>
              <a:moveTo>
                <a:pt x="3944765" y="1444635"/>
              </a:moveTo>
              <a:arcTo wR="2013382" hR="2013382" stAng="20615491" swAng="1969018"/>
            </a:path>
          </a:pathLst>
        </a:custGeom>
        <a:noFill/>
        <a:ln w="9525" cap="flat" cmpd="sng" algn="ctr">
          <a:solidFill>
            <a:schemeClr val="accent5">
              <a:hueOff val="465509"/>
              <a:satOff val="1551"/>
              <a:lumOff val="176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1A07E-A9EF-4C50-84EA-25D9F4CDDCCA}">
      <dsp:nvSpPr>
        <dsp:cNvPr id="0" name=""/>
        <dsp:cNvSpPr/>
      </dsp:nvSpPr>
      <dsp:spPr>
        <a:xfrm>
          <a:off x="3488478" y="3123567"/>
          <a:ext cx="1313318" cy="853657"/>
        </a:xfrm>
        <a:prstGeom prst="roundRect">
          <a:avLst/>
        </a:prstGeom>
        <a:gradFill rotWithShape="0">
          <a:gsLst>
            <a:gs pos="0">
              <a:schemeClr val="accent5">
                <a:hueOff val="931018"/>
                <a:satOff val="3102"/>
                <a:lumOff val="3529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931018"/>
                <a:satOff val="3102"/>
                <a:lumOff val="3529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Computed distances using Haversine formula.</a:t>
          </a:r>
        </a:p>
      </dsp:txBody>
      <dsp:txXfrm>
        <a:off x="3530150" y="3165239"/>
        <a:ext cx="1229974" cy="770313"/>
      </dsp:txXfrm>
    </dsp:sp>
    <dsp:sp modelId="{2FE8E8ED-529B-43CA-BAC7-F9590922F46D}">
      <dsp:nvSpPr>
        <dsp:cNvPr id="0" name=""/>
        <dsp:cNvSpPr/>
      </dsp:nvSpPr>
      <dsp:spPr>
        <a:xfrm>
          <a:off x="388114" y="530321"/>
          <a:ext cx="4026765" cy="4026765"/>
        </a:xfrm>
        <a:custGeom>
          <a:avLst/>
          <a:gdLst/>
          <a:ahLst/>
          <a:cxnLst/>
          <a:rect l="0" t="0" r="0" b="0"/>
          <a:pathLst>
            <a:path>
              <a:moveTo>
                <a:pt x="3420789" y="3453145"/>
              </a:moveTo>
              <a:arcTo wR="2013382" hR="2013382" stAng="2739065" swAng="1503615"/>
            </a:path>
          </a:pathLst>
        </a:custGeom>
        <a:noFill/>
        <a:ln w="9525" cap="flat" cmpd="sng" algn="ctr">
          <a:solidFill>
            <a:schemeClr val="accent5">
              <a:hueOff val="931018"/>
              <a:satOff val="3102"/>
              <a:lumOff val="352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3D052B-1EC6-4C53-841E-45761186B952}">
      <dsp:nvSpPr>
        <dsp:cNvPr id="0" name=""/>
        <dsp:cNvSpPr/>
      </dsp:nvSpPr>
      <dsp:spPr>
        <a:xfrm>
          <a:off x="1744838" y="4130258"/>
          <a:ext cx="1313318" cy="853657"/>
        </a:xfrm>
        <a:prstGeom prst="roundRect">
          <a:avLst/>
        </a:prstGeom>
        <a:gradFill rotWithShape="0">
          <a:gsLst>
            <a:gs pos="0">
              <a:schemeClr val="accent5">
                <a:hueOff val="1396527"/>
                <a:satOff val="4653"/>
                <a:lumOff val="5294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1396527"/>
                <a:satOff val="4653"/>
                <a:lumOff val="5294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Extracted time-based features.</a:t>
          </a:r>
        </a:p>
      </dsp:txBody>
      <dsp:txXfrm>
        <a:off x="1786510" y="4171930"/>
        <a:ext cx="1229974" cy="770313"/>
      </dsp:txXfrm>
    </dsp:sp>
    <dsp:sp modelId="{76D1BF63-C4E2-43AF-8D5E-BB41654AB7A0}">
      <dsp:nvSpPr>
        <dsp:cNvPr id="0" name=""/>
        <dsp:cNvSpPr/>
      </dsp:nvSpPr>
      <dsp:spPr>
        <a:xfrm>
          <a:off x="388114" y="530321"/>
          <a:ext cx="4026765" cy="4026765"/>
        </a:xfrm>
        <a:custGeom>
          <a:avLst/>
          <a:gdLst/>
          <a:ahLst/>
          <a:cxnLst/>
          <a:rect l="0" t="0" r="0" b="0"/>
          <a:pathLst>
            <a:path>
              <a:moveTo>
                <a:pt x="1348307" y="3913747"/>
              </a:moveTo>
              <a:arcTo wR="2013382" hR="2013382" stAng="6557320" swAng="1503615"/>
            </a:path>
          </a:pathLst>
        </a:custGeom>
        <a:noFill/>
        <a:ln w="9525" cap="flat" cmpd="sng" algn="ctr">
          <a:solidFill>
            <a:schemeClr val="accent5">
              <a:hueOff val="1396527"/>
              <a:satOff val="4653"/>
              <a:lumOff val="529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57827D-FF69-428A-AC0E-FA7E47A1B1E0}">
      <dsp:nvSpPr>
        <dsp:cNvPr id="0" name=""/>
        <dsp:cNvSpPr/>
      </dsp:nvSpPr>
      <dsp:spPr>
        <a:xfrm>
          <a:off x="1197" y="3123567"/>
          <a:ext cx="1313318" cy="853657"/>
        </a:xfrm>
        <a:prstGeom prst="roundRect">
          <a:avLst/>
        </a:prstGeom>
        <a:gradFill rotWithShape="0">
          <a:gsLst>
            <a:gs pos="0">
              <a:schemeClr val="accent5">
                <a:hueOff val="1862036"/>
                <a:satOff val="6204"/>
                <a:lumOff val="7058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1862036"/>
                <a:satOff val="6204"/>
                <a:lumOff val="7058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Split: 80% Train, 20% Test.</a:t>
          </a:r>
        </a:p>
      </dsp:txBody>
      <dsp:txXfrm>
        <a:off x="42869" y="3165239"/>
        <a:ext cx="1229974" cy="770313"/>
      </dsp:txXfrm>
    </dsp:sp>
    <dsp:sp modelId="{3DEE2CD1-9BF1-4CDC-809E-C7EB10D17327}">
      <dsp:nvSpPr>
        <dsp:cNvPr id="0" name=""/>
        <dsp:cNvSpPr/>
      </dsp:nvSpPr>
      <dsp:spPr>
        <a:xfrm>
          <a:off x="388114" y="530321"/>
          <a:ext cx="4026765" cy="4026765"/>
        </a:xfrm>
        <a:custGeom>
          <a:avLst/>
          <a:gdLst/>
          <a:ahLst/>
          <a:cxnLst/>
          <a:rect l="0" t="0" r="0" b="0"/>
          <a:pathLst>
            <a:path>
              <a:moveTo>
                <a:pt x="82000" y="2582130"/>
              </a:moveTo>
              <a:arcTo wR="2013382" hR="2013382" stAng="9815491" swAng="1969018"/>
            </a:path>
          </a:pathLst>
        </a:custGeom>
        <a:noFill/>
        <a:ln w="9525" cap="flat" cmpd="sng" algn="ctr">
          <a:solidFill>
            <a:schemeClr val="accent5">
              <a:hueOff val="1862036"/>
              <a:satOff val="6204"/>
              <a:lumOff val="70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73FFF7-2DA3-44B2-A513-C91A9F803D49}">
      <dsp:nvSpPr>
        <dsp:cNvPr id="0" name=""/>
        <dsp:cNvSpPr/>
      </dsp:nvSpPr>
      <dsp:spPr>
        <a:xfrm>
          <a:off x="1197" y="1110184"/>
          <a:ext cx="1313318" cy="853657"/>
        </a:xfrm>
        <a:prstGeom prst="roundRect">
          <a:avLst/>
        </a:prstGeom>
        <a:gradFill rotWithShape="0">
          <a:gsLst>
            <a:gs pos="0">
              <a:schemeClr val="accent5">
                <a:hueOff val="2327545"/>
                <a:satOff val="7755"/>
                <a:lumOff val="8823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2327545"/>
                <a:satOff val="7755"/>
                <a:lumOff val="8823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Tools: Pandas, NumPy, Matplotlib, Scikit-learn.</a:t>
          </a:r>
        </a:p>
      </dsp:txBody>
      <dsp:txXfrm>
        <a:off x="42869" y="1151856"/>
        <a:ext cx="1229974" cy="770313"/>
      </dsp:txXfrm>
    </dsp:sp>
    <dsp:sp modelId="{B94D2F72-5422-4B67-AA47-64646A19D5EB}">
      <dsp:nvSpPr>
        <dsp:cNvPr id="0" name=""/>
        <dsp:cNvSpPr/>
      </dsp:nvSpPr>
      <dsp:spPr>
        <a:xfrm>
          <a:off x="388114" y="530321"/>
          <a:ext cx="4026765" cy="4026765"/>
        </a:xfrm>
        <a:custGeom>
          <a:avLst/>
          <a:gdLst/>
          <a:ahLst/>
          <a:cxnLst/>
          <a:rect l="0" t="0" r="0" b="0"/>
          <a:pathLst>
            <a:path>
              <a:moveTo>
                <a:pt x="605975" y="573620"/>
              </a:moveTo>
              <a:arcTo wR="2013382" hR="2013382" stAng="13539065" swAng="1503615"/>
            </a:path>
          </a:pathLst>
        </a:custGeom>
        <a:noFill/>
        <a:ln w="9525" cap="flat" cmpd="sng" algn="ctr">
          <a:solidFill>
            <a:schemeClr val="accent5">
              <a:hueOff val="2327545"/>
              <a:satOff val="7755"/>
              <a:lumOff val="882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2D224C-2E5A-4FEB-9E71-1810FF06EFBF}">
      <dsp:nvSpPr>
        <dsp:cNvPr id="0" name=""/>
        <dsp:cNvSpPr/>
      </dsp:nvSpPr>
      <dsp:spPr>
        <a:xfrm>
          <a:off x="1542177" y="2075"/>
          <a:ext cx="2203694" cy="13222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Used Supervised Learning (Regression).</a:t>
          </a:r>
        </a:p>
      </dsp:txBody>
      <dsp:txXfrm>
        <a:off x="1580903" y="40801"/>
        <a:ext cx="2126242" cy="1244764"/>
      </dsp:txXfrm>
    </dsp:sp>
    <dsp:sp modelId="{8885F749-92D4-41F6-B916-41CC7734BAD4}">
      <dsp:nvSpPr>
        <dsp:cNvPr id="0" name=""/>
        <dsp:cNvSpPr/>
      </dsp:nvSpPr>
      <dsp:spPr>
        <a:xfrm>
          <a:off x="3939797" y="389925"/>
          <a:ext cx="467183" cy="54651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tint val="6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939797" y="499228"/>
        <a:ext cx="327028" cy="327910"/>
      </dsp:txXfrm>
    </dsp:sp>
    <dsp:sp modelId="{C995AED2-C7D2-497E-B467-70B04A635112}">
      <dsp:nvSpPr>
        <dsp:cNvPr id="0" name=""/>
        <dsp:cNvSpPr/>
      </dsp:nvSpPr>
      <dsp:spPr>
        <a:xfrm>
          <a:off x="4627349" y="2075"/>
          <a:ext cx="2203694" cy="13222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Trained model on trip features → predicted fare amount.</a:t>
          </a:r>
        </a:p>
      </dsp:txBody>
      <dsp:txXfrm>
        <a:off x="4666075" y="40801"/>
        <a:ext cx="2126242" cy="1244764"/>
      </dsp:txXfrm>
    </dsp:sp>
    <dsp:sp modelId="{2EAD8889-43DB-4AD7-BCBF-134646932536}">
      <dsp:nvSpPr>
        <dsp:cNvPr id="0" name=""/>
        <dsp:cNvSpPr/>
      </dsp:nvSpPr>
      <dsp:spPr>
        <a:xfrm rot="5400000">
          <a:off x="5495605" y="1478550"/>
          <a:ext cx="467183" cy="54651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tint val="6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5565242" y="1518217"/>
        <a:ext cx="327910" cy="327028"/>
      </dsp:txXfrm>
    </dsp:sp>
    <dsp:sp modelId="{E02494C1-2743-40DE-B124-FDDD8A31E21E}">
      <dsp:nvSpPr>
        <dsp:cNvPr id="0" name=""/>
        <dsp:cNvSpPr/>
      </dsp:nvSpPr>
      <dsp:spPr>
        <a:xfrm>
          <a:off x="4627349" y="2205769"/>
          <a:ext cx="2203694" cy="13222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Evaluated using RMSE &amp; MAE.</a:t>
          </a:r>
        </a:p>
      </dsp:txBody>
      <dsp:txXfrm>
        <a:off x="4666075" y="2244495"/>
        <a:ext cx="2126242" cy="1244764"/>
      </dsp:txXfrm>
    </dsp:sp>
    <dsp:sp modelId="{2C89B161-F34E-4A79-BDE8-1FA2AA051E32}">
      <dsp:nvSpPr>
        <dsp:cNvPr id="0" name=""/>
        <dsp:cNvSpPr/>
      </dsp:nvSpPr>
      <dsp:spPr>
        <a:xfrm rot="10800000">
          <a:off x="3966241" y="2593620"/>
          <a:ext cx="467183" cy="54651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tint val="60000"/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4106396" y="2702923"/>
        <a:ext cx="327028" cy="327910"/>
      </dsp:txXfrm>
    </dsp:sp>
    <dsp:sp modelId="{CCC5BA3C-4F63-427E-86D8-B442F8FEAF98}">
      <dsp:nvSpPr>
        <dsp:cNvPr id="0" name=""/>
        <dsp:cNvSpPr/>
      </dsp:nvSpPr>
      <dsp:spPr>
        <a:xfrm>
          <a:off x="1542177" y="2205769"/>
          <a:ext cx="2203694" cy="13222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Visualized Actual vs Predicted and Residual errors.</a:t>
          </a:r>
        </a:p>
      </dsp:txBody>
      <dsp:txXfrm>
        <a:off x="1580903" y="2244495"/>
        <a:ext cx="2126242" cy="12447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FE174-2D33-49F5-AFD3-0E426706B49E}">
      <dsp:nvSpPr>
        <dsp:cNvPr id="0" name=""/>
        <dsp:cNvSpPr/>
      </dsp:nvSpPr>
      <dsp:spPr>
        <a:xfrm>
          <a:off x="0" y="0"/>
          <a:ext cx="6738116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RMSE ≈ 2.75, MAE ≈ 1.80</a:t>
          </a:r>
        </a:p>
      </dsp:txBody>
      <dsp:txXfrm>
        <a:off x="22746" y="22746"/>
        <a:ext cx="5834465" cy="731121"/>
      </dsp:txXfrm>
    </dsp:sp>
    <dsp:sp modelId="{EBE66A61-6FB5-4CB1-89DB-9CDF9607180D}">
      <dsp:nvSpPr>
        <dsp:cNvPr id="0" name=""/>
        <dsp:cNvSpPr/>
      </dsp:nvSpPr>
      <dsp:spPr>
        <a:xfrm>
          <a:off x="564317" y="917816"/>
          <a:ext cx="6738116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Distance &amp; pickup time most impactful.</a:t>
          </a:r>
        </a:p>
      </dsp:txBody>
      <dsp:txXfrm>
        <a:off x="587063" y="940562"/>
        <a:ext cx="5623507" cy="731121"/>
      </dsp:txXfrm>
    </dsp:sp>
    <dsp:sp modelId="{5E17FE78-58C0-4BE9-A060-AE8065885D11}">
      <dsp:nvSpPr>
        <dsp:cNvPr id="0" name=""/>
        <dsp:cNvSpPr/>
      </dsp:nvSpPr>
      <dsp:spPr>
        <a:xfrm>
          <a:off x="1120211" y="1835632"/>
          <a:ext cx="6738116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Accurate for short–medium trips.</a:t>
          </a:r>
        </a:p>
      </dsp:txBody>
      <dsp:txXfrm>
        <a:off x="1142957" y="1858378"/>
        <a:ext cx="5631930" cy="731121"/>
      </dsp:txXfrm>
    </dsp:sp>
    <dsp:sp modelId="{D412EBCC-8A0C-4505-AFA9-DACE3E7444DA}">
      <dsp:nvSpPr>
        <dsp:cNvPr id="0" name=""/>
        <dsp:cNvSpPr/>
      </dsp:nvSpPr>
      <dsp:spPr>
        <a:xfrm>
          <a:off x="1684528" y="2753448"/>
          <a:ext cx="6738116" cy="7766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Outliers affect precision (e.g., airport rides).</a:t>
          </a:r>
        </a:p>
      </dsp:txBody>
      <dsp:txXfrm>
        <a:off x="1707274" y="2776194"/>
        <a:ext cx="5623507" cy="731121"/>
      </dsp:txXfrm>
    </dsp:sp>
    <dsp:sp modelId="{95DE485A-9D87-4F96-81F2-A4CE32D6AF98}">
      <dsp:nvSpPr>
        <dsp:cNvPr id="0" name=""/>
        <dsp:cNvSpPr/>
      </dsp:nvSpPr>
      <dsp:spPr>
        <a:xfrm>
          <a:off x="6233317" y="594815"/>
          <a:ext cx="504798" cy="50479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346897" y="594815"/>
        <a:ext cx="277638" cy="379860"/>
      </dsp:txXfrm>
    </dsp:sp>
    <dsp:sp modelId="{88ABD78F-B1F3-4FC5-A68D-8281E2103E9D}">
      <dsp:nvSpPr>
        <dsp:cNvPr id="0" name=""/>
        <dsp:cNvSpPr/>
      </dsp:nvSpPr>
      <dsp:spPr>
        <a:xfrm>
          <a:off x="6797634" y="1512631"/>
          <a:ext cx="504798" cy="50479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911214" y="1512631"/>
        <a:ext cx="277638" cy="379860"/>
      </dsp:txXfrm>
    </dsp:sp>
    <dsp:sp modelId="{F2CF96E1-C334-4B70-AA2D-BC4708F6C015}">
      <dsp:nvSpPr>
        <dsp:cNvPr id="0" name=""/>
        <dsp:cNvSpPr/>
      </dsp:nvSpPr>
      <dsp:spPr>
        <a:xfrm>
          <a:off x="7353528" y="2430447"/>
          <a:ext cx="504798" cy="504798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467108" y="2430447"/>
        <a:ext cx="277638" cy="3798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CFE499-1217-472B-87AD-05BC0B1885A6}">
      <dsp:nvSpPr>
        <dsp:cNvPr id="0" name=""/>
        <dsp:cNvSpPr/>
      </dsp:nvSpPr>
      <dsp:spPr>
        <a:xfrm>
          <a:off x="0" y="413549"/>
          <a:ext cx="79552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Scatter Plot: Actual vs Predicted Fares</a:t>
          </a:r>
        </a:p>
      </dsp:txBody>
      <dsp:txXfrm>
        <a:off x="36296" y="449845"/>
        <a:ext cx="7882688" cy="670943"/>
      </dsp:txXfrm>
    </dsp:sp>
    <dsp:sp modelId="{E1B1F5A2-A017-4A66-84A7-FDF05CA94F28}">
      <dsp:nvSpPr>
        <dsp:cNvPr id="0" name=""/>
        <dsp:cNvSpPr/>
      </dsp:nvSpPr>
      <dsp:spPr>
        <a:xfrm>
          <a:off x="0" y="1246364"/>
          <a:ext cx="79552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Bar Graph: Feature Importance</a:t>
          </a:r>
        </a:p>
      </dsp:txBody>
      <dsp:txXfrm>
        <a:off x="36296" y="1282660"/>
        <a:ext cx="7882688" cy="670943"/>
      </dsp:txXfrm>
    </dsp:sp>
    <dsp:sp modelId="{B975A6D5-514B-4955-91AE-C225E3CA35E6}">
      <dsp:nvSpPr>
        <dsp:cNvPr id="0" name=""/>
        <dsp:cNvSpPr/>
      </dsp:nvSpPr>
      <dsp:spPr>
        <a:xfrm>
          <a:off x="0" y="2079180"/>
          <a:ext cx="79552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Histogram: Prediction Errors</a:t>
          </a:r>
        </a:p>
      </dsp:txBody>
      <dsp:txXfrm>
        <a:off x="36296" y="2115476"/>
        <a:ext cx="7882688" cy="670943"/>
      </dsp:txXfrm>
    </dsp:sp>
    <dsp:sp modelId="{571C9FB3-4FCE-4EB5-8B2E-6F2E683ED799}">
      <dsp:nvSpPr>
        <dsp:cNvPr id="0" name=""/>
        <dsp:cNvSpPr/>
      </dsp:nvSpPr>
      <dsp:spPr>
        <a:xfrm>
          <a:off x="0" y="2911995"/>
          <a:ext cx="79552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Created using Matplotlib &amp; Seaborn.</a:t>
          </a:r>
        </a:p>
      </dsp:txBody>
      <dsp:txXfrm>
        <a:off x="36296" y="2948291"/>
        <a:ext cx="7882688" cy="670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7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9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70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8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8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7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1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51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8685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01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21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64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725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8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8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16" y="764373"/>
            <a:ext cx="8750709" cy="1293028"/>
          </a:xfrm>
        </p:spPr>
        <p:txBody>
          <a:bodyPr>
            <a:normAutofit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Taxi Fare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057401"/>
            <a:ext cx="7955280" cy="4206239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 Analysis and Knowledge Discovery</a:t>
            </a:r>
          </a:p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Priyan Malarvizhi Kumar</a:t>
            </a:r>
          </a:p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Fall 2025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Akhila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Nandikonda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Bushra Afrin Mohammed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Soumya Padala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Yashas Chandra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Bathini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Moulya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Reddygari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Bhupal</a:t>
            </a:r>
          </a:p>
          <a:p>
            <a:pPr lvl="1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extracts insights and predictions using statistical and computational methods.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industry generates vast data — trips, fares, passenger counts, and locations.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fares improves transparency, efficiency, and urban planning.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applied to predict fares using distance and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49" y="764373"/>
            <a:ext cx="2983229" cy="1600200"/>
          </a:xfrm>
        </p:spPr>
        <p:txBody>
          <a:bodyPr anchor="b"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792361"/>
            <a:ext cx="2983229" cy="3426324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Taxi fares vary due to distance, time, passengers, and traffic.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 face unpredictable costs.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face inconsistent earnings and reputation issues.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Build a data-driven model to predict fares before trips.</a:t>
            </a: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3534" y="0"/>
            <a:ext cx="543046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1A755-C099-EDEC-6B6F-5AEDCEA7D8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22" r="31707"/>
          <a:stretch>
            <a:fillRect/>
          </a:stretch>
        </p:blipFill>
        <p:spPr>
          <a:xfrm>
            <a:off x="3978110" y="10"/>
            <a:ext cx="516589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441" y="987287"/>
            <a:ext cx="2661202" cy="4697896"/>
          </a:xfrm>
        </p:spPr>
        <p:txBody>
          <a:bodyPr>
            <a:normAutofit/>
          </a:bodyPr>
          <a:lstStyle/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3368" y="987287"/>
            <a:ext cx="4316962" cy="4697895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 model to estimate taxi fare using trip details.</a:t>
            </a: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ML algorithms to find relationships between features and fares.</a:t>
            </a: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 with RMSE and MAE.</a:t>
            </a:r>
          </a:p>
          <a:p>
            <a:pPr marL="457200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Visualize for better understanding.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chemeClr val="bg1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758E26-0E12-B7D4-911B-DD38A5AC10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171925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57F271-A9B4-8751-5702-4E516C477A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699960"/>
              </p:ext>
            </p:extLst>
          </p:nvPr>
        </p:nvGraphicFramePr>
        <p:xfrm>
          <a:off x="3508758" y="1127125"/>
          <a:ext cx="4802995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03" y="764373"/>
            <a:ext cx="8049547" cy="1293028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5ABDB4-46D8-1959-E0D5-D7733DFEF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832774"/>
              </p:ext>
            </p:extLst>
          </p:nvPr>
        </p:nvGraphicFramePr>
        <p:xfrm>
          <a:off x="256428" y="2441051"/>
          <a:ext cx="8373222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7123" y="764373"/>
            <a:ext cx="6702527" cy="1293028"/>
          </a:xfrm>
        </p:spPr>
        <p:txBody>
          <a:bodyPr>
            <a:normAutofit/>
          </a:bodyPr>
          <a:lstStyle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76C987-73E8-CB33-D110-D436C1C728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30661"/>
              </p:ext>
            </p:extLst>
          </p:nvPr>
        </p:nvGraphicFramePr>
        <p:xfrm>
          <a:off x="207005" y="2441051"/>
          <a:ext cx="8422645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64373"/>
            <a:ext cx="7955280" cy="1293028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606646E-1692-4330-925B-65BC9D64E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738216"/>
              </p:ext>
            </p:extLst>
          </p:nvPr>
        </p:nvGraphicFramePr>
        <p:xfrm>
          <a:off x="594360" y="2194560"/>
          <a:ext cx="7955280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06" y="764372"/>
            <a:ext cx="2380266" cy="5216013"/>
          </a:xfrm>
        </p:spPr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95397" y="1923563"/>
            <a:ext cx="0" cy="30175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603" y="764372"/>
            <a:ext cx="5314950" cy="52160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 predicts fares effectively with key trip features.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Preprocessing &amp; feature selection vital for accuracy.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improvement: add weather, traffic, surge data.</a:t>
            </a:r>
          </a:p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Data Science role in smart mobility.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0F52CA-65A7-4535-BF3C-22D126766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525B01-FF71-4E47-84A9-6A8029A11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4925" y="681142"/>
            <a:ext cx="7324725" cy="1293028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925" y="2821774"/>
            <a:ext cx="7324724" cy="3396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live GPS for real-time prediction.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public web or mobile app.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Test advanced ML models (e.g., Gradient Boosting, Deep Learning).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06" y="764372"/>
            <a:ext cx="2380266" cy="5216013"/>
          </a:xfrm>
        </p:spPr>
        <p:txBody>
          <a:bodyPr>
            <a:norm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95397" y="1923563"/>
            <a:ext cx="0" cy="30175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603" y="764372"/>
            <a:ext cx="5314950" cy="5216013"/>
          </a:xfrm>
        </p:spPr>
        <p:txBody>
          <a:bodyPr anchor="ctr">
            <a:normAutofit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Bui, T., Tran, D., &amp; Nguyen, H. (2021). Taxi fare prediction using ML techniques: A comparative study.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R., &amp; Singh, P. (2022). Fare estimation and trip analysis using ensemble learning.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NYC Taxi and Limousine Commission (TLC) Dataset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1253</TotalTime>
  <Words>508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Times New Roman</vt:lpstr>
      <vt:lpstr>Vapor Trail</vt:lpstr>
      <vt:lpstr>Taxi Fare Prediction using Machine Learning</vt:lpstr>
      <vt:lpstr>Introduction</vt:lpstr>
      <vt:lpstr>Problem Statement</vt:lpstr>
      <vt:lpstr>Objective</vt:lpstr>
      <vt:lpstr>Dataset Overview</vt:lpstr>
      <vt:lpstr>Data Preprocessing</vt:lpstr>
      <vt:lpstr>Model Implementation</vt:lpstr>
      <vt:lpstr>Results &amp; Analysis</vt:lpstr>
      <vt:lpstr>Visualization</vt:lpstr>
      <vt:lpstr>Conclusion</vt:lpstr>
      <vt:lpstr>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Bushra</dc:creator>
  <cp:keywords/>
  <dc:description>generated using python-pptx</dc:description>
  <cp:lastModifiedBy>Mohammed, Bushra Afrin</cp:lastModifiedBy>
  <cp:revision>25</cp:revision>
  <dcterms:created xsi:type="dcterms:W3CDTF">2013-01-27T09:14:16Z</dcterms:created>
  <dcterms:modified xsi:type="dcterms:W3CDTF">2025-10-17T01:29:37Z</dcterms:modified>
  <cp:category/>
</cp:coreProperties>
</file>