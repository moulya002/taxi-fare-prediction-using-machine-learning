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Taxi Fare Prediction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Presentation</a:t>
            </a:r>
          </a:p>
          <a:p>
            <a:r>
              <a:t>Team Members: Akhila N., Bushra A. M., Soumya P., Yashas C. B., Moulya R. B.</a:t>
            </a:r>
          </a:p>
          <a:p>
            <a:r>
              <a:t>Fall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Taxi fare prediction supports transparency and smart mobility</a:t>
            </a:r>
          </a:p>
          <a:p>
            <a:r>
              <a:t>• Traditional formulas fail to capture nonlinear patterns</a:t>
            </a:r>
          </a:p>
          <a:p>
            <a:r>
              <a:t>• ML-based models provide accurate real‑time fare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Taxi fares depend on:</a:t>
            </a:r>
          </a:p>
          <a:p>
            <a:r>
              <a:t>• Trip distance and duration</a:t>
            </a:r>
          </a:p>
          <a:p>
            <a:r>
              <a:t>• Pickup/dropoff locations</a:t>
            </a:r>
          </a:p>
          <a:p>
            <a:r>
              <a:t>• Passenger count</a:t>
            </a:r>
          </a:p>
          <a:p>
            <a:r>
              <a:t>• Time of day, weekday, traffic</a:t>
            </a:r>
          </a:p>
          <a:p/>
          <a:p>
            <a:r>
              <a:t>Goal: Predict final fare before ride begins.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 and preprocess NYC Green Taxi Dataset</a:t>
            </a:r>
          </a:p>
          <a:p>
            <a:r>
              <a:t>• Engineer features (time, duration, geo)</a:t>
            </a:r>
          </a:p>
          <a:p>
            <a:r>
              <a:t>• Train Linear Regression, Decision Tree, Random Forest, Gradient Boosting</a:t>
            </a:r>
          </a:p>
          <a:p>
            <a:r>
              <a:t>• Compare model accuracy</a:t>
            </a:r>
          </a:p>
          <a:p>
            <a:r>
              <a:t>• Deploy using 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NYC Green Taxi Trip Dataset (2023)</a:t>
            </a:r>
          </a:p>
          <a:p>
            <a:r>
              <a:t>• &gt;1 million trip records</a:t>
            </a:r>
          </a:p>
          <a:p>
            <a:r>
              <a:t>• Contains timestamps, distance, passenger count,</a:t>
            </a:r>
          </a:p>
          <a:p>
            <a:r>
              <a:t>  pickup/dropoff zone IDs, fare and surcharge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Standardized timestamps</a:t>
            </a:r>
          </a:p>
          <a:p>
            <a:r>
              <a:t>• Converted mixed-type numeric fields</a:t>
            </a:r>
          </a:p>
          <a:p>
            <a:r>
              <a:t>• Missing value handling</a:t>
            </a:r>
          </a:p>
          <a:p>
            <a:r>
              <a:t>• Outlier removal</a:t>
            </a:r>
          </a:p>
          <a:p>
            <a:r>
              <a:t>• Feature engineering (duration, hour, weekday)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 used:</a:t>
            </a:r>
          </a:p>
          <a:p>
            <a:r>
              <a:t>• Distance, duration, hour, weekday</a:t>
            </a:r>
          </a:p>
          <a:p>
            <a:r>
              <a:t>• Passenger count, pickup &amp; dropoff location IDs</a:t>
            </a:r>
          </a:p>
          <a:p/>
          <a:p>
            <a:r>
              <a:t>Models implemented:</a:t>
            </a:r>
          </a:p>
          <a:p>
            <a:r>
              <a:t>• Linear Regression</a:t>
            </a:r>
          </a:p>
          <a:p>
            <a:r>
              <a:t>• Decision Tree</a:t>
            </a:r>
          </a:p>
          <a:p>
            <a:r>
              <a:t>• Random Forest</a:t>
            </a:r>
          </a:p>
          <a:p>
            <a:r>
              <a:t>• HistGradientBoosting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metrics:</a:t>
            </a:r>
          </a:p>
          <a:p>
            <a:r>
              <a:t>• MAE, MSE, RMSE, R²</a:t>
            </a:r>
          </a:p>
          <a:p/>
          <a:p>
            <a:r>
              <a:t>Gradient Boosting achieved highest accuracy</a:t>
            </a:r>
          </a:p>
          <a:p>
            <a:r>
              <a:t>Random Forest close second</a:t>
            </a:r>
          </a:p>
          <a:p>
            <a:r>
              <a:t>Decision Tree moderate</a:t>
            </a:r>
          </a:p>
          <a:p>
            <a:r>
              <a:t>Linear Regression lowest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Interactive UI for fare prediction</a:t>
            </a:r>
          </a:p>
          <a:p>
            <a:r>
              <a:t>• User input controls</a:t>
            </a:r>
          </a:p>
          <a:p>
            <a:r>
              <a:t>• Real-time predictions from all models</a:t>
            </a:r>
          </a:p>
          <a:p>
            <a:r>
              <a:t>• R² comparison chart</a:t>
            </a:r>
          </a:p>
          <a:p>
            <a:r>
              <a:t>• Highlights best-performing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 significantly improves taxi fare prediction accuracy</a:t>
            </a:r>
          </a:p>
          <a:p>
            <a:r>
              <a:t>• Gradient Boosting best overall model</a:t>
            </a:r>
          </a:p>
          <a:p>
            <a:r>
              <a:t>• Streamlit app provides practical deployment</a:t>
            </a:r>
          </a:p>
          <a:p>
            <a:r>
              <a:t>• Future scope: include traffic data, surge pricing, GPS paths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